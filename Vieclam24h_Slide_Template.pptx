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1" r:id="rId36"/>
    <p:sldId id="282" r:id="rId37"/>
    <p:sldId id="283" r:id="rId38"/>
    <p:sldId id="284" r:id="rId39"/>
    <p:sldId id="285" r:id="rId40"/>
    <p:sldId id="280" r:id="rId32"/>
  </p:sldIdLst>
  <p:sldSz cy="5143500" cx="9144000"/>
  <p:notesSz cx="6858000" cy="9144000"/>
  <p:embeddedFontLst>
    <p:embeddedFont>
      <p:font typeface="Oooh Baby"/>
      <p:regular r:id="rId33"/>
    </p:embeddedFont>
    <p:embeddedFont>
      <p:font typeface="Lexend"/>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5DCB9E-E0EA-4856-A94C-F42881260AE5}">
  <a:tblStyle styleId="{5C5DCB9E-E0EA-4856-A94C-F42881260AE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30.xml"/><Relationship Id="rId33" Type="http://schemas.openxmlformats.org/officeDocument/2006/relationships/font" Target="fonts/OoohBaby-regular.fntdata"/><Relationship Id="rId34" Type="http://schemas.openxmlformats.org/officeDocument/2006/relationships/font" Target="fonts/Lexend-regular.fntdata"/><Relationship Id="rId35" Type="http://schemas.openxmlformats.org/officeDocument/2006/relationships/font" Target="fonts/Lexend-bold.fntdata"/><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2ed06d390025f612_3_7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h2ed06d390025f612_3_7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h2ed06d390025f612_3_7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2ed06d390025f612_3_8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h2ed06d390025f612_3_8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h2ed06d390025f612_3_8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2ed06d390025f612_3_1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h2ed06d390025f612_3_1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h2ed06d390025f612_3_1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h2ed06d390025f612_3_1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h2ed06d390025f612_3_1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h2ed06d390025f612_3_1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2ed06d390025f612_3_1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h2ed06d390025f612_3_15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h2ed06d390025f612_3_15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2ed06d390025f612_3_17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h2ed06d390025f612_3_17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h2ed06d390025f612_3_17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h2ed06d390025f612_3_18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h2ed06d390025f612_3_18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h2ed06d390025f612_3_18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h2ed06d390025f612_3_19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h2ed06d390025f612_3_19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h2ed06d390025f612_3_19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2ed06d390025f612_3_2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h2ed06d390025f612_3_20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h2ed06d390025f612_3_20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h2ed06d390025f612_3_2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h2ed06d390025f612_3_2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h2ed06d390025f612_3_2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2ed06d390025f612_3_2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2ed06d390025f612_3_22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h2ed06d390025f612_3_22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h2ed06d390025f612_3_2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h2ed06d390025f612_3_26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h2ed06d390025f612_3_26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2ed06d390025f612_3_29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h2ed06d390025f612_3_29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h2ed06d390025f612_3_29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h2ed06d390025f612_3_3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h2ed06d390025f612_3_3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h2ed06d390025f612_3_3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h2ed06d390025f612_3_3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h2ed06d390025f612_3_35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h2ed06d390025f612_3_35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h2ed06d390025f612_3_38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h2ed06d390025f612_3_38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h2ed06d390025f612_3_38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h2ed06d390025f612_3_4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h2ed06d390025f612_3_4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h2ed06d390025f612_3_4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h2ed06d390025f612_3_4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h2ed06d390025f612_3_4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h2ed06d390025f612_3_4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h2ed06d390025f612_3_4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h2ed06d390025f612_3_4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h2ed06d390025f612_3_4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h2ed06d390025f612_3_4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h2ed06d390025f612_3_46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h2ed06d390025f612_3_46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h2ed06d390025f612_3_48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h2ed06d390025f612_3_48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h2ed06d390025f612_3_48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h2ed06d390025f612_3_50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h2ed06d390025f612_3_50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9" name="Google Shape;579;h2ed06d390025f612_3_50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h2ed06d390025f612_3_5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h2ed06d390025f612_3_5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h2ed06d390025f612_3_5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h2ed06d390025f612_3_5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h2ed06d390025f612_3_54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h2ed06d390025f612_3_54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h2ed06d390025f612_3_5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h2ed06d390025f612_3_55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h2ed06d390025f612_3_55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Bản dùng pattern (Vân hành trình). Quy tắc: tối đa 1 lớp pattern, không đặt chữ nội dung lên vùng vân dày; xoá slide này nếu không dùng.</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Bản dùng pattern (Vân hành trình). Quy tắc: tối đa 1 lớp pattern, không đặt chữ nội dung lên vùng vân dày; xoá slide này nếu không dùng.</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Bản dùng pattern (Vân hành trình). Quy tắc: tối đa 1 lớp pattern, không đặt chữ nội dung lên vùng vân dày; xoá slide này nếu không dùng.</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Bản dùng pattern (Vân hành trình). Quy tắc: tối đa 1 lớp pattern, không đặt chữ nội dung lên vùng vân dày; xoá slide này nếu không dùng.</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Bản dùng pattern (Vân hành trình). Quy tắc: tối đa 1 lớp pattern, không đặt chữ nội dung lên vùng vân dày; xoá slide này nếu không dùng.</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Bìa">
  <p:cSld name="Vieclam24h Bìa">
    <p:bg>
      <p:bgPr>
        <a:solidFill>
          <a:srgbClr val="401F99"/>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Nội dung">
  <p:cSld name="Vieclam24h Nội dung">
    <p:bg>
      <p:bgPr>
        <a:solidFill>
          <a:srgbClr val="FFFFFF"/>
        </a:solidFill>
      </p:bgPr>
    </p:bg>
    <p:spTree>
      <p:nvGrpSpPr>
        <p:cNvPr id="53" name="Shape 53"/>
        <p:cNvGrpSpPr/>
        <p:nvPr/>
      </p:nvGrpSpPr>
      <p:grpSpPr>
        <a:xfrm>
          <a:off x="0" y="0"/>
          <a:ext cx="0" cy="0"/>
          <a:chOff x="0" y="0"/>
          <a:chExt cx="0" cy="0"/>
        </a:xfrm>
      </p:grpSpPr>
      <p:pic>
        <p:nvPicPr>
          <p:cNvPr descr="/home/claude/deck/v2/img/logo-new.png" id="54" name="Google Shape;54;p15"/>
          <p:cNvPicPr preferRelativeResize="0"/>
          <p:nvPr/>
        </p:nvPicPr>
        <p:blipFill rotWithShape="1">
          <a:blip r:embed="rId2">
            <a:alphaModFix/>
          </a:blip>
          <a:srcRect b="0" l="0" r="0" t="0"/>
          <a:stretch/>
        </p:blipFill>
        <p:spPr>
          <a:xfrm>
            <a:off x="457200" y="4754880"/>
            <a:ext cx="950976" cy="201168"/>
          </a:xfrm>
          <a:prstGeom prst="rect">
            <a:avLst/>
          </a:prstGeom>
          <a:noFill/>
          <a:ln>
            <a:noFill/>
          </a:ln>
        </p:spPr>
      </p:pic>
      <p:sp>
        <p:nvSpPr>
          <p:cNvPr id="55" name="Google Shape;55;p15"/>
          <p:cNvSpPr txBox="1"/>
          <p:nvPr>
            <p:ph idx="1" type="body"/>
          </p:nvPr>
        </p:nvSpPr>
        <p:spPr>
          <a:xfrm>
            <a:off x="1536192" y="4718304"/>
            <a:ext cx="45720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30"/>
              </a:spcBef>
              <a:spcAft>
                <a:spcPts val="0"/>
              </a:spcAft>
              <a:buClr>
                <a:srgbClr val="5F5A75"/>
              </a:buClr>
              <a:buSzPts val="650"/>
              <a:buFont typeface="Arial"/>
              <a:buNone/>
              <a:defRPr b="0" i="0" sz="650" u="none" cap="none" strike="noStrike">
                <a:solidFill>
                  <a:srgbClr val="5F5A75"/>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56" name="Google Shape;56;p15"/>
          <p:cNvSpPr/>
          <p:nvPr/>
        </p:nvSpPr>
        <p:spPr>
          <a:xfrm>
            <a:off x="8394192" y="4690872"/>
            <a:ext cx="310896" cy="310896"/>
          </a:xfrm>
          <a:prstGeom prst="ellipse">
            <a:avLst/>
          </a:prstGeom>
          <a:solidFill>
            <a:srgbClr val="401F99"/>
          </a:solidFill>
          <a:ln cap="flat" cmpd="sng" w="9525">
            <a:solidFill>
              <a:srgbClr val="401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57" name="Google Shape;57;p15"/>
          <p:cNvSpPr/>
          <p:nvPr/>
        </p:nvSpPr>
        <p:spPr>
          <a:xfrm>
            <a:off x="457200" y="384048"/>
            <a:ext cx="91440" cy="91440"/>
          </a:xfrm>
          <a:prstGeom prst="ellipse">
            <a:avLst/>
          </a:prstGeom>
          <a:solidFill>
            <a:srgbClr val="00CAFB"/>
          </a:solidFill>
          <a:ln cap="flat" cmpd="sng" w="9525">
            <a:solidFill>
              <a:srgbClr val="00CA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58" name="Google Shape;58;p15"/>
          <p:cNvSpPr txBox="1"/>
          <p:nvPr>
            <p:ph idx="2" type="body"/>
          </p:nvPr>
        </p:nvSpPr>
        <p:spPr>
          <a:xfrm>
            <a:off x="621792" y="301752"/>
            <a:ext cx="7680960" cy="25603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60"/>
              </a:spcBef>
              <a:spcAft>
                <a:spcPts val="0"/>
              </a:spcAft>
              <a:buClr>
                <a:srgbClr val="401F99"/>
              </a:buClr>
              <a:buSzPts val="800"/>
              <a:buFont typeface="Arial"/>
              <a:buNone/>
              <a:defRPr b="1" i="0" sz="800" u="none" cap="none" strike="noStrike">
                <a:solidFill>
                  <a:srgbClr val="401F99"/>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59" name="Google Shape;59;p15"/>
          <p:cNvSpPr txBox="1"/>
          <p:nvPr>
            <p:ph type="title"/>
          </p:nvPr>
        </p:nvSpPr>
        <p:spPr>
          <a:xfrm>
            <a:off x="457200" y="603504"/>
            <a:ext cx="8229600" cy="658368"/>
          </a:xfrm>
          <a:prstGeom prst="rect">
            <a:avLst/>
          </a:prstGeom>
          <a:noFill/>
          <a:ln>
            <a:noFill/>
          </a:ln>
        </p:spPr>
        <p:txBody>
          <a:bodyPr anchorCtr="0" anchor="t" bIns="45700" lIns="91425" spcFirstLastPara="1" rIns="91425" wrap="square" tIns="45700">
            <a:noAutofit/>
          </a:bodyPr>
          <a:lstStyle>
            <a:lvl1pPr lvl="0" marR="0" rtl="0" algn="l">
              <a:lnSpc>
                <a:spcPct val="95000"/>
              </a:lnSpc>
              <a:spcBef>
                <a:spcPts val="0"/>
              </a:spcBef>
              <a:spcAft>
                <a:spcPts val="0"/>
              </a:spcAft>
              <a:buClr>
                <a:srgbClr val="401F99"/>
              </a:buClr>
              <a:buSzPts val="1900"/>
              <a:buFont typeface="Lexend"/>
              <a:buNone/>
              <a:defRPr b="1" i="0" sz="1900" u="none" cap="none" strike="noStrike">
                <a:solidFill>
                  <a:srgbClr val="401F99"/>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15"/>
          <p:cNvSpPr txBox="1"/>
          <p:nvPr>
            <p:ph idx="12" type="sldNum"/>
          </p:nvPr>
        </p:nvSpPr>
        <p:spPr>
          <a:xfrm>
            <a:off x="8394192" y="4690872"/>
            <a:ext cx="310896" cy="310896"/>
          </a:xfrm>
          <a:prstGeom prst="rect">
            <a:avLst/>
          </a:prstGeom>
          <a:noFill/>
          <a:ln>
            <a:noFill/>
          </a:ln>
        </p:spPr>
        <p:txBody>
          <a:bodyPr anchorCtr="0" anchor="ctr" bIns="0" lIns="0" spcFirstLastPara="1" rIns="0" wrap="square" tIns="0">
            <a:noAutofit/>
          </a:bodyPr>
          <a:lstStyle>
            <a:lvl1pPr indent="0" lvl="0" marL="0" marR="0" algn="ctr">
              <a:spcBef>
                <a:spcPts val="0"/>
              </a:spcBef>
              <a:buNone/>
              <a:defRPr b="1" i="0" sz="750" u="none" cap="none" strike="noStrike">
                <a:solidFill>
                  <a:srgbClr val="FFFFFF"/>
                </a:solidFill>
                <a:latin typeface="Lexend"/>
                <a:ea typeface="Lexend"/>
                <a:cs typeface="Lexend"/>
                <a:sym typeface="Lexend"/>
              </a:defRPr>
            </a:lvl1pPr>
            <a:lvl2pPr indent="0" lvl="1" marL="0" marR="0" algn="ctr">
              <a:spcBef>
                <a:spcPts val="0"/>
              </a:spcBef>
              <a:buNone/>
              <a:defRPr b="1" i="0" sz="750" u="none" cap="none" strike="noStrike">
                <a:solidFill>
                  <a:srgbClr val="FFFFFF"/>
                </a:solidFill>
                <a:latin typeface="Lexend"/>
                <a:ea typeface="Lexend"/>
                <a:cs typeface="Lexend"/>
                <a:sym typeface="Lexend"/>
              </a:defRPr>
            </a:lvl2pPr>
            <a:lvl3pPr indent="0" lvl="2" marL="0" marR="0" algn="ctr">
              <a:spcBef>
                <a:spcPts val="0"/>
              </a:spcBef>
              <a:buNone/>
              <a:defRPr b="1" i="0" sz="750" u="none" cap="none" strike="noStrike">
                <a:solidFill>
                  <a:srgbClr val="FFFFFF"/>
                </a:solidFill>
                <a:latin typeface="Lexend"/>
                <a:ea typeface="Lexend"/>
                <a:cs typeface="Lexend"/>
                <a:sym typeface="Lexend"/>
              </a:defRPr>
            </a:lvl3pPr>
            <a:lvl4pPr indent="0" lvl="3" marL="0" marR="0" algn="ctr">
              <a:spcBef>
                <a:spcPts val="0"/>
              </a:spcBef>
              <a:buNone/>
              <a:defRPr b="1" i="0" sz="750" u="none" cap="none" strike="noStrike">
                <a:solidFill>
                  <a:srgbClr val="FFFFFF"/>
                </a:solidFill>
                <a:latin typeface="Lexend"/>
                <a:ea typeface="Lexend"/>
                <a:cs typeface="Lexend"/>
                <a:sym typeface="Lexend"/>
              </a:defRPr>
            </a:lvl4pPr>
            <a:lvl5pPr indent="0" lvl="4" marL="0" marR="0" algn="ctr">
              <a:spcBef>
                <a:spcPts val="0"/>
              </a:spcBef>
              <a:buNone/>
              <a:defRPr b="1" i="0" sz="750" u="none" cap="none" strike="noStrike">
                <a:solidFill>
                  <a:srgbClr val="FFFFFF"/>
                </a:solidFill>
                <a:latin typeface="Lexend"/>
                <a:ea typeface="Lexend"/>
                <a:cs typeface="Lexend"/>
                <a:sym typeface="Lexend"/>
              </a:defRPr>
            </a:lvl5pPr>
            <a:lvl6pPr indent="0" lvl="5" marL="0" marR="0" algn="ctr">
              <a:spcBef>
                <a:spcPts val="0"/>
              </a:spcBef>
              <a:buNone/>
              <a:defRPr b="1" i="0" sz="750" u="none" cap="none" strike="noStrike">
                <a:solidFill>
                  <a:srgbClr val="FFFFFF"/>
                </a:solidFill>
                <a:latin typeface="Lexend"/>
                <a:ea typeface="Lexend"/>
                <a:cs typeface="Lexend"/>
                <a:sym typeface="Lexend"/>
              </a:defRPr>
            </a:lvl6pPr>
            <a:lvl7pPr indent="0" lvl="6" marL="0" marR="0" algn="ctr">
              <a:spcBef>
                <a:spcPts val="0"/>
              </a:spcBef>
              <a:buNone/>
              <a:defRPr b="1" i="0" sz="750" u="none" cap="none" strike="noStrike">
                <a:solidFill>
                  <a:srgbClr val="FFFFFF"/>
                </a:solidFill>
                <a:latin typeface="Lexend"/>
                <a:ea typeface="Lexend"/>
                <a:cs typeface="Lexend"/>
                <a:sym typeface="Lexend"/>
              </a:defRPr>
            </a:lvl7pPr>
            <a:lvl8pPr indent="0" lvl="7" marL="0" marR="0" algn="ctr">
              <a:spcBef>
                <a:spcPts val="0"/>
              </a:spcBef>
              <a:buNone/>
              <a:defRPr b="1" i="0" sz="750" u="none" cap="none" strike="noStrike">
                <a:solidFill>
                  <a:srgbClr val="FFFFFF"/>
                </a:solidFill>
                <a:latin typeface="Lexend"/>
                <a:ea typeface="Lexend"/>
                <a:cs typeface="Lexend"/>
                <a:sym typeface="Lexend"/>
              </a:defRPr>
            </a:lvl8pPr>
            <a:lvl9pPr indent="0" lvl="8" marL="0" marR="0" algn="ctr">
              <a:spcBef>
                <a:spcPts val="0"/>
              </a:spcBef>
              <a:buNone/>
              <a:defRPr b="1" i="0" sz="750" u="none" cap="none" strike="noStrike">
                <a:solidFill>
                  <a:srgbClr val="FFFFFF"/>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
              <a:t>‹#›</a:t>
            </a:fld>
            <a:endParaRPr b="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Nội dung + Nhận định">
  <p:cSld name="Vieclam24h Nội dung + Nhận định">
    <p:bg>
      <p:bgPr>
        <a:solidFill>
          <a:srgbClr val="FFFFFF"/>
        </a:solidFill>
      </p:bgPr>
    </p:bg>
    <p:spTree>
      <p:nvGrpSpPr>
        <p:cNvPr id="61" name="Shape 61"/>
        <p:cNvGrpSpPr/>
        <p:nvPr/>
      </p:nvGrpSpPr>
      <p:grpSpPr>
        <a:xfrm>
          <a:off x="0" y="0"/>
          <a:ext cx="0" cy="0"/>
          <a:chOff x="0" y="0"/>
          <a:chExt cx="0" cy="0"/>
        </a:xfrm>
      </p:grpSpPr>
      <p:sp>
        <p:nvSpPr>
          <p:cNvPr id="62" name="Google Shape;62;p16"/>
          <p:cNvSpPr/>
          <p:nvPr/>
        </p:nvSpPr>
        <p:spPr>
          <a:xfrm>
            <a:off x="6263640" y="0"/>
            <a:ext cx="2880360" cy="5143500"/>
          </a:xfrm>
          <a:prstGeom prst="rect">
            <a:avLst/>
          </a:prstGeom>
          <a:solidFill>
            <a:srgbClr val="EFE4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logo-new.png" id="63" name="Google Shape;63;p16"/>
          <p:cNvPicPr preferRelativeResize="0"/>
          <p:nvPr/>
        </p:nvPicPr>
        <p:blipFill rotWithShape="1">
          <a:blip r:embed="rId2">
            <a:alphaModFix/>
          </a:blip>
          <a:srcRect b="0" l="0" r="0" t="0"/>
          <a:stretch/>
        </p:blipFill>
        <p:spPr>
          <a:xfrm>
            <a:off x="457200" y="4754880"/>
            <a:ext cx="950976" cy="201168"/>
          </a:xfrm>
          <a:prstGeom prst="rect">
            <a:avLst/>
          </a:prstGeom>
          <a:noFill/>
          <a:ln>
            <a:noFill/>
          </a:ln>
        </p:spPr>
      </p:pic>
      <p:sp>
        <p:nvSpPr>
          <p:cNvPr id="64" name="Google Shape;64;p16"/>
          <p:cNvSpPr txBox="1"/>
          <p:nvPr>
            <p:ph idx="1" type="body"/>
          </p:nvPr>
        </p:nvSpPr>
        <p:spPr>
          <a:xfrm>
            <a:off x="1536192" y="4718304"/>
            <a:ext cx="45720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30"/>
              </a:spcBef>
              <a:spcAft>
                <a:spcPts val="0"/>
              </a:spcAft>
              <a:buClr>
                <a:srgbClr val="5F5A75"/>
              </a:buClr>
              <a:buSzPts val="650"/>
              <a:buFont typeface="Arial"/>
              <a:buNone/>
              <a:defRPr b="0" i="0" sz="650" u="none" cap="none" strike="noStrike">
                <a:solidFill>
                  <a:srgbClr val="5F5A75"/>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65" name="Google Shape;65;p16"/>
          <p:cNvSpPr/>
          <p:nvPr/>
        </p:nvSpPr>
        <p:spPr>
          <a:xfrm>
            <a:off x="8394192" y="4690872"/>
            <a:ext cx="310896" cy="310896"/>
          </a:xfrm>
          <a:prstGeom prst="ellipse">
            <a:avLst/>
          </a:prstGeom>
          <a:solidFill>
            <a:srgbClr val="401F99"/>
          </a:solidFill>
          <a:ln cap="flat" cmpd="sng" w="9525">
            <a:solidFill>
              <a:srgbClr val="401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66" name="Google Shape;66;p16"/>
          <p:cNvSpPr/>
          <p:nvPr/>
        </p:nvSpPr>
        <p:spPr>
          <a:xfrm>
            <a:off x="457200" y="384048"/>
            <a:ext cx="91440" cy="91440"/>
          </a:xfrm>
          <a:prstGeom prst="ellipse">
            <a:avLst/>
          </a:prstGeom>
          <a:solidFill>
            <a:srgbClr val="00CAFB"/>
          </a:solidFill>
          <a:ln cap="flat" cmpd="sng" w="9525">
            <a:solidFill>
              <a:srgbClr val="00CA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67" name="Google Shape;67;p16"/>
          <p:cNvSpPr txBox="1"/>
          <p:nvPr>
            <p:ph idx="2" type="body"/>
          </p:nvPr>
        </p:nvSpPr>
        <p:spPr>
          <a:xfrm>
            <a:off x="621792" y="301752"/>
            <a:ext cx="5394960" cy="25603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60"/>
              </a:spcBef>
              <a:spcAft>
                <a:spcPts val="0"/>
              </a:spcAft>
              <a:buClr>
                <a:srgbClr val="401F99"/>
              </a:buClr>
              <a:buSzPts val="800"/>
              <a:buFont typeface="Arial"/>
              <a:buNone/>
              <a:defRPr b="1" i="0" sz="800" u="none" cap="none" strike="noStrike">
                <a:solidFill>
                  <a:srgbClr val="401F99"/>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68" name="Google Shape;68;p16"/>
          <p:cNvSpPr txBox="1"/>
          <p:nvPr>
            <p:ph type="title"/>
          </p:nvPr>
        </p:nvSpPr>
        <p:spPr>
          <a:xfrm>
            <a:off x="457200" y="603504"/>
            <a:ext cx="5486400" cy="658368"/>
          </a:xfrm>
          <a:prstGeom prst="rect">
            <a:avLst/>
          </a:prstGeom>
          <a:noFill/>
          <a:ln>
            <a:noFill/>
          </a:ln>
        </p:spPr>
        <p:txBody>
          <a:bodyPr anchorCtr="0" anchor="t" bIns="45700" lIns="91425" spcFirstLastPara="1" rIns="91425" wrap="square" tIns="45700">
            <a:noAutofit/>
          </a:bodyPr>
          <a:lstStyle>
            <a:lvl1pPr lvl="0" marR="0" rtl="0" algn="l">
              <a:lnSpc>
                <a:spcPct val="95000"/>
              </a:lnSpc>
              <a:spcBef>
                <a:spcPts val="0"/>
              </a:spcBef>
              <a:spcAft>
                <a:spcPts val="0"/>
              </a:spcAft>
              <a:buClr>
                <a:srgbClr val="401F99"/>
              </a:buClr>
              <a:buSzPts val="1900"/>
              <a:buFont typeface="Lexend"/>
              <a:buNone/>
              <a:defRPr b="1" i="0" sz="1900" u="none" cap="none" strike="noStrike">
                <a:solidFill>
                  <a:srgbClr val="401F99"/>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9" name="Google Shape;69;p16"/>
          <p:cNvSpPr txBox="1"/>
          <p:nvPr>
            <p:ph idx="12" type="sldNum"/>
          </p:nvPr>
        </p:nvSpPr>
        <p:spPr>
          <a:xfrm>
            <a:off x="8394192" y="4690872"/>
            <a:ext cx="310896" cy="310896"/>
          </a:xfrm>
          <a:prstGeom prst="rect">
            <a:avLst/>
          </a:prstGeom>
          <a:noFill/>
          <a:ln>
            <a:noFill/>
          </a:ln>
        </p:spPr>
        <p:txBody>
          <a:bodyPr anchorCtr="0" anchor="ctr" bIns="0" lIns="0" spcFirstLastPara="1" rIns="0" wrap="square" tIns="0">
            <a:noAutofit/>
          </a:bodyPr>
          <a:lstStyle>
            <a:lvl1pPr indent="0" lvl="0" marL="0" marR="0" algn="ctr">
              <a:spcBef>
                <a:spcPts val="0"/>
              </a:spcBef>
              <a:buNone/>
              <a:defRPr b="1" i="0" sz="750" u="none" cap="none" strike="noStrike">
                <a:solidFill>
                  <a:srgbClr val="FFFFFF"/>
                </a:solidFill>
                <a:latin typeface="Lexend"/>
                <a:ea typeface="Lexend"/>
                <a:cs typeface="Lexend"/>
                <a:sym typeface="Lexend"/>
              </a:defRPr>
            </a:lvl1pPr>
            <a:lvl2pPr indent="0" lvl="1" marL="0" marR="0" algn="ctr">
              <a:spcBef>
                <a:spcPts val="0"/>
              </a:spcBef>
              <a:buNone/>
              <a:defRPr b="1" i="0" sz="750" u="none" cap="none" strike="noStrike">
                <a:solidFill>
                  <a:srgbClr val="FFFFFF"/>
                </a:solidFill>
                <a:latin typeface="Lexend"/>
                <a:ea typeface="Lexend"/>
                <a:cs typeface="Lexend"/>
                <a:sym typeface="Lexend"/>
              </a:defRPr>
            </a:lvl2pPr>
            <a:lvl3pPr indent="0" lvl="2" marL="0" marR="0" algn="ctr">
              <a:spcBef>
                <a:spcPts val="0"/>
              </a:spcBef>
              <a:buNone/>
              <a:defRPr b="1" i="0" sz="750" u="none" cap="none" strike="noStrike">
                <a:solidFill>
                  <a:srgbClr val="FFFFFF"/>
                </a:solidFill>
                <a:latin typeface="Lexend"/>
                <a:ea typeface="Lexend"/>
                <a:cs typeface="Lexend"/>
                <a:sym typeface="Lexend"/>
              </a:defRPr>
            </a:lvl3pPr>
            <a:lvl4pPr indent="0" lvl="3" marL="0" marR="0" algn="ctr">
              <a:spcBef>
                <a:spcPts val="0"/>
              </a:spcBef>
              <a:buNone/>
              <a:defRPr b="1" i="0" sz="750" u="none" cap="none" strike="noStrike">
                <a:solidFill>
                  <a:srgbClr val="FFFFFF"/>
                </a:solidFill>
                <a:latin typeface="Lexend"/>
                <a:ea typeface="Lexend"/>
                <a:cs typeface="Lexend"/>
                <a:sym typeface="Lexend"/>
              </a:defRPr>
            </a:lvl4pPr>
            <a:lvl5pPr indent="0" lvl="4" marL="0" marR="0" algn="ctr">
              <a:spcBef>
                <a:spcPts val="0"/>
              </a:spcBef>
              <a:buNone/>
              <a:defRPr b="1" i="0" sz="750" u="none" cap="none" strike="noStrike">
                <a:solidFill>
                  <a:srgbClr val="FFFFFF"/>
                </a:solidFill>
                <a:latin typeface="Lexend"/>
                <a:ea typeface="Lexend"/>
                <a:cs typeface="Lexend"/>
                <a:sym typeface="Lexend"/>
              </a:defRPr>
            </a:lvl5pPr>
            <a:lvl6pPr indent="0" lvl="5" marL="0" marR="0" algn="ctr">
              <a:spcBef>
                <a:spcPts val="0"/>
              </a:spcBef>
              <a:buNone/>
              <a:defRPr b="1" i="0" sz="750" u="none" cap="none" strike="noStrike">
                <a:solidFill>
                  <a:srgbClr val="FFFFFF"/>
                </a:solidFill>
                <a:latin typeface="Lexend"/>
                <a:ea typeface="Lexend"/>
                <a:cs typeface="Lexend"/>
                <a:sym typeface="Lexend"/>
              </a:defRPr>
            </a:lvl6pPr>
            <a:lvl7pPr indent="0" lvl="6" marL="0" marR="0" algn="ctr">
              <a:spcBef>
                <a:spcPts val="0"/>
              </a:spcBef>
              <a:buNone/>
              <a:defRPr b="1" i="0" sz="750" u="none" cap="none" strike="noStrike">
                <a:solidFill>
                  <a:srgbClr val="FFFFFF"/>
                </a:solidFill>
                <a:latin typeface="Lexend"/>
                <a:ea typeface="Lexend"/>
                <a:cs typeface="Lexend"/>
                <a:sym typeface="Lexend"/>
              </a:defRPr>
            </a:lvl7pPr>
            <a:lvl8pPr indent="0" lvl="7" marL="0" marR="0" algn="ctr">
              <a:spcBef>
                <a:spcPts val="0"/>
              </a:spcBef>
              <a:buNone/>
              <a:defRPr b="1" i="0" sz="750" u="none" cap="none" strike="noStrike">
                <a:solidFill>
                  <a:srgbClr val="FFFFFF"/>
                </a:solidFill>
                <a:latin typeface="Lexend"/>
                <a:ea typeface="Lexend"/>
                <a:cs typeface="Lexend"/>
                <a:sym typeface="Lexend"/>
              </a:defRPr>
            </a:lvl8pPr>
            <a:lvl9pPr indent="0" lvl="8" marL="0" marR="0" algn="ctr">
              <a:spcBef>
                <a:spcPts val="0"/>
              </a:spcBef>
              <a:buNone/>
              <a:defRPr b="1" i="0" sz="750" u="none" cap="none" strike="noStrike">
                <a:solidFill>
                  <a:srgbClr val="FFFFFF"/>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
              <a:t>‹#›</a:t>
            </a:fld>
            <a:endParaRPr b="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Mở phần">
  <p:cSld name="Vieclam24h Mở phần">
    <p:bg>
      <p:bgPr>
        <a:solidFill>
          <a:srgbClr val="401F99"/>
        </a:solidFill>
      </p:bgPr>
    </p:bg>
    <p:spTree>
      <p:nvGrpSpPr>
        <p:cNvPr id="70" name="Shape 70"/>
        <p:cNvGrpSpPr/>
        <p:nvPr/>
      </p:nvGrpSpPr>
      <p:grpSpPr>
        <a:xfrm>
          <a:off x="0" y="0"/>
          <a:ext cx="0" cy="0"/>
          <a:chOff x="0" y="0"/>
          <a:chExt cx="0" cy="0"/>
        </a:xfrm>
      </p:grpSpPr>
      <p:pic>
        <p:nvPicPr>
          <p:cNvPr descr="/home/claude/deck/v2/img/logo-new-white.png" id="71" name="Google Shape;71;p17"/>
          <p:cNvPicPr preferRelativeResize="0"/>
          <p:nvPr/>
        </p:nvPicPr>
        <p:blipFill rotWithShape="1">
          <a:blip r:embed="rId2">
            <a:alphaModFix/>
          </a:blip>
          <a:srcRect b="0" l="0" r="0" t="0"/>
          <a:stretch/>
        </p:blipFill>
        <p:spPr>
          <a:xfrm>
            <a:off x="457200" y="4754880"/>
            <a:ext cx="950976" cy="201168"/>
          </a:xfrm>
          <a:prstGeom prst="rect">
            <a:avLst/>
          </a:prstGeom>
          <a:noFill/>
          <a:ln>
            <a:noFill/>
          </a:ln>
        </p:spPr>
      </p:pic>
      <p:sp>
        <p:nvSpPr>
          <p:cNvPr id="72" name="Google Shape;72;p17"/>
          <p:cNvSpPr txBox="1"/>
          <p:nvPr>
            <p:ph type="title"/>
          </p:nvPr>
        </p:nvSpPr>
        <p:spPr>
          <a:xfrm>
            <a:off x="457200" y="1600200"/>
            <a:ext cx="4572000" cy="1188720"/>
          </a:xfrm>
          <a:prstGeom prst="rect">
            <a:avLst/>
          </a:prstGeom>
          <a:noFill/>
          <a:ln>
            <a:noFill/>
          </a:ln>
        </p:spPr>
        <p:txBody>
          <a:bodyPr anchorCtr="0" anchor="t" bIns="45700" lIns="91425" spcFirstLastPara="1" rIns="91425" wrap="square" tIns="45700">
            <a:noAutofit/>
          </a:bodyPr>
          <a:lstStyle>
            <a:lvl1pPr lvl="0" marR="0" rtl="0" algn="l">
              <a:lnSpc>
                <a:spcPct val="95000"/>
              </a:lnSpc>
              <a:spcBef>
                <a:spcPts val="0"/>
              </a:spcBef>
              <a:spcAft>
                <a:spcPts val="0"/>
              </a:spcAft>
              <a:buClr>
                <a:srgbClr val="FFFFFF"/>
              </a:buClr>
              <a:buSzPts val="3000"/>
              <a:buFont typeface="Lexend"/>
              <a:buNone/>
              <a:defRPr b="1" i="0" sz="3000" u="none" cap="none" strike="noStrike">
                <a:solidFill>
                  <a:srgbClr val="FFFFFF"/>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Chữ">
  <p:cSld name="Vieclam24h Chữ">
    <p:bg>
      <p:bgPr>
        <a:solidFill>
          <a:srgbClr val="FFFFFF"/>
        </a:solidFill>
      </p:bgPr>
    </p:bg>
    <p:spTree>
      <p:nvGrpSpPr>
        <p:cNvPr id="73" name="Shape 73"/>
        <p:cNvGrpSpPr/>
        <p:nvPr/>
      </p:nvGrpSpPr>
      <p:grpSpPr>
        <a:xfrm>
          <a:off x="0" y="0"/>
          <a:ext cx="0" cy="0"/>
          <a:chOff x="0" y="0"/>
          <a:chExt cx="0" cy="0"/>
        </a:xfrm>
      </p:grpSpPr>
      <p:pic>
        <p:nvPicPr>
          <p:cNvPr descr="/home/claude/deck/v2/img/logo-new.png" id="74" name="Google Shape;74;p18"/>
          <p:cNvPicPr preferRelativeResize="0"/>
          <p:nvPr/>
        </p:nvPicPr>
        <p:blipFill rotWithShape="1">
          <a:blip r:embed="rId2">
            <a:alphaModFix/>
          </a:blip>
          <a:srcRect b="0" l="0" r="0" t="0"/>
          <a:stretch/>
        </p:blipFill>
        <p:spPr>
          <a:xfrm>
            <a:off x="457200" y="4754880"/>
            <a:ext cx="950976" cy="201168"/>
          </a:xfrm>
          <a:prstGeom prst="rect">
            <a:avLst/>
          </a:prstGeom>
          <a:noFill/>
          <a:ln>
            <a:noFill/>
          </a:ln>
        </p:spPr>
      </p:pic>
      <p:sp>
        <p:nvSpPr>
          <p:cNvPr id="75" name="Google Shape;75;p18"/>
          <p:cNvSpPr txBox="1"/>
          <p:nvPr>
            <p:ph idx="1" type="body"/>
          </p:nvPr>
        </p:nvSpPr>
        <p:spPr>
          <a:xfrm>
            <a:off x="1536192" y="4718304"/>
            <a:ext cx="45720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30"/>
              </a:spcBef>
              <a:spcAft>
                <a:spcPts val="0"/>
              </a:spcAft>
              <a:buClr>
                <a:srgbClr val="5F5A75"/>
              </a:buClr>
              <a:buSzPts val="650"/>
              <a:buFont typeface="Arial"/>
              <a:buNone/>
              <a:defRPr b="0" i="0" sz="650" u="none" cap="none" strike="noStrike">
                <a:solidFill>
                  <a:srgbClr val="5F5A75"/>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76" name="Google Shape;76;p18"/>
          <p:cNvSpPr/>
          <p:nvPr/>
        </p:nvSpPr>
        <p:spPr>
          <a:xfrm>
            <a:off x="8394192" y="4690872"/>
            <a:ext cx="310896" cy="310896"/>
          </a:xfrm>
          <a:prstGeom prst="ellipse">
            <a:avLst/>
          </a:prstGeom>
          <a:solidFill>
            <a:srgbClr val="401F99"/>
          </a:solidFill>
          <a:ln cap="flat" cmpd="sng" w="9525">
            <a:solidFill>
              <a:srgbClr val="401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77" name="Google Shape;77;p18"/>
          <p:cNvSpPr/>
          <p:nvPr/>
        </p:nvSpPr>
        <p:spPr>
          <a:xfrm>
            <a:off x="457200" y="384048"/>
            <a:ext cx="91440" cy="91440"/>
          </a:xfrm>
          <a:prstGeom prst="ellipse">
            <a:avLst/>
          </a:prstGeom>
          <a:solidFill>
            <a:srgbClr val="00CAFB"/>
          </a:solidFill>
          <a:ln cap="flat" cmpd="sng" w="9525">
            <a:solidFill>
              <a:srgbClr val="00CA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78" name="Google Shape;78;p18"/>
          <p:cNvSpPr txBox="1"/>
          <p:nvPr>
            <p:ph idx="2" type="body"/>
          </p:nvPr>
        </p:nvSpPr>
        <p:spPr>
          <a:xfrm>
            <a:off x="621792" y="301752"/>
            <a:ext cx="7680960" cy="25603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60"/>
              </a:spcBef>
              <a:spcAft>
                <a:spcPts val="0"/>
              </a:spcAft>
              <a:buClr>
                <a:srgbClr val="401F99"/>
              </a:buClr>
              <a:buSzPts val="800"/>
              <a:buFont typeface="Arial"/>
              <a:buNone/>
              <a:defRPr b="1" i="0" sz="800" u="none" cap="none" strike="noStrike">
                <a:solidFill>
                  <a:srgbClr val="401F99"/>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79" name="Google Shape;79;p18"/>
          <p:cNvSpPr txBox="1"/>
          <p:nvPr>
            <p:ph type="title"/>
          </p:nvPr>
        </p:nvSpPr>
        <p:spPr>
          <a:xfrm>
            <a:off x="457200" y="603504"/>
            <a:ext cx="8229600" cy="658368"/>
          </a:xfrm>
          <a:prstGeom prst="rect">
            <a:avLst/>
          </a:prstGeom>
          <a:noFill/>
          <a:ln>
            <a:noFill/>
          </a:ln>
        </p:spPr>
        <p:txBody>
          <a:bodyPr anchorCtr="0" anchor="t" bIns="45700" lIns="91425" spcFirstLastPara="1" rIns="91425" wrap="square" tIns="45700">
            <a:noAutofit/>
          </a:bodyPr>
          <a:lstStyle>
            <a:lvl1pPr lvl="0" marR="0" rtl="0" algn="l">
              <a:lnSpc>
                <a:spcPct val="95000"/>
              </a:lnSpc>
              <a:spcBef>
                <a:spcPts val="0"/>
              </a:spcBef>
              <a:spcAft>
                <a:spcPts val="0"/>
              </a:spcAft>
              <a:buClr>
                <a:srgbClr val="401F99"/>
              </a:buClr>
              <a:buSzPts val="1900"/>
              <a:buFont typeface="Lexend"/>
              <a:buNone/>
              <a:defRPr b="1" i="0" sz="1900" u="none" cap="none" strike="noStrike">
                <a:solidFill>
                  <a:srgbClr val="401F99"/>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8"/>
          <p:cNvSpPr txBox="1"/>
          <p:nvPr>
            <p:ph idx="3" type="body"/>
          </p:nvPr>
        </p:nvSpPr>
        <p:spPr>
          <a:xfrm>
            <a:off x="457200" y="1417320"/>
            <a:ext cx="8229600" cy="3108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0000"/>
              </a:lnSpc>
              <a:spcBef>
                <a:spcPts val="240"/>
              </a:spcBef>
              <a:spcAft>
                <a:spcPts val="0"/>
              </a:spcAft>
              <a:buClr>
                <a:srgbClr val="1B1530"/>
              </a:buClr>
              <a:buSzPts val="1200"/>
              <a:buFont typeface="Arial"/>
              <a:buNone/>
              <a:defRPr b="0" i="0" sz="1200" u="none" cap="none" strike="noStrike">
                <a:solidFill>
                  <a:srgbClr val="1B1530"/>
                </a:solidFill>
                <a:latin typeface="Lexend"/>
                <a:ea typeface="Lexend"/>
                <a:cs typeface="Lexend"/>
                <a:sym typeface="Lexend"/>
              </a:defRPr>
            </a:lvl1pPr>
            <a:lvl2pPr indent="-406400" lvl="1" marL="914400" marR="0" rtl="0" algn="l">
              <a:spcBef>
                <a:spcPts val="60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81" name="Google Shape;81;p18"/>
          <p:cNvSpPr txBox="1"/>
          <p:nvPr>
            <p:ph idx="12" type="sldNum"/>
          </p:nvPr>
        </p:nvSpPr>
        <p:spPr>
          <a:xfrm>
            <a:off x="8394192" y="4690872"/>
            <a:ext cx="310896" cy="310896"/>
          </a:xfrm>
          <a:prstGeom prst="rect">
            <a:avLst/>
          </a:prstGeom>
          <a:noFill/>
          <a:ln>
            <a:noFill/>
          </a:ln>
        </p:spPr>
        <p:txBody>
          <a:bodyPr anchorCtr="0" anchor="ctr" bIns="0" lIns="0" spcFirstLastPara="1" rIns="0" wrap="square" tIns="0">
            <a:noAutofit/>
          </a:bodyPr>
          <a:lstStyle>
            <a:lvl1pPr indent="0" lvl="0" marL="0" marR="0" algn="ctr">
              <a:spcBef>
                <a:spcPts val="0"/>
              </a:spcBef>
              <a:buNone/>
              <a:defRPr b="1" i="0" sz="750" u="none" cap="none" strike="noStrike">
                <a:solidFill>
                  <a:srgbClr val="FFFFFF"/>
                </a:solidFill>
                <a:latin typeface="Lexend"/>
                <a:ea typeface="Lexend"/>
                <a:cs typeface="Lexend"/>
                <a:sym typeface="Lexend"/>
              </a:defRPr>
            </a:lvl1pPr>
            <a:lvl2pPr indent="0" lvl="1" marL="0" marR="0" algn="ctr">
              <a:spcBef>
                <a:spcPts val="0"/>
              </a:spcBef>
              <a:buNone/>
              <a:defRPr b="1" i="0" sz="750" u="none" cap="none" strike="noStrike">
                <a:solidFill>
                  <a:srgbClr val="FFFFFF"/>
                </a:solidFill>
                <a:latin typeface="Lexend"/>
                <a:ea typeface="Lexend"/>
                <a:cs typeface="Lexend"/>
                <a:sym typeface="Lexend"/>
              </a:defRPr>
            </a:lvl2pPr>
            <a:lvl3pPr indent="0" lvl="2" marL="0" marR="0" algn="ctr">
              <a:spcBef>
                <a:spcPts val="0"/>
              </a:spcBef>
              <a:buNone/>
              <a:defRPr b="1" i="0" sz="750" u="none" cap="none" strike="noStrike">
                <a:solidFill>
                  <a:srgbClr val="FFFFFF"/>
                </a:solidFill>
                <a:latin typeface="Lexend"/>
                <a:ea typeface="Lexend"/>
                <a:cs typeface="Lexend"/>
                <a:sym typeface="Lexend"/>
              </a:defRPr>
            </a:lvl3pPr>
            <a:lvl4pPr indent="0" lvl="3" marL="0" marR="0" algn="ctr">
              <a:spcBef>
                <a:spcPts val="0"/>
              </a:spcBef>
              <a:buNone/>
              <a:defRPr b="1" i="0" sz="750" u="none" cap="none" strike="noStrike">
                <a:solidFill>
                  <a:srgbClr val="FFFFFF"/>
                </a:solidFill>
                <a:latin typeface="Lexend"/>
                <a:ea typeface="Lexend"/>
                <a:cs typeface="Lexend"/>
                <a:sym typeface="Lexend"/>
              </a:defRPr>
            </a:lvl4pPr>
            <a:lvl5pPr indent="0" lvl="4" marL="0" marR="0" algn="ctr">
              <a:spcBef>
                <a:spcPts val="0"/>
              </a:spcBef>
              <a:buNone/>
              <a:defRPr b="1" i="0" sz="750" u="none" cap="none" strike="noStrike">
                <a:solidFill>
                  <a:srgbClr val="FFFFFF"/>
                </a:solidFill>
                <a:latin typeface="Lexend"/>
                <a:ea typeface="Lexend"/>
                <a:cs typeface="Lexend"/>
                <a:sym typeface="Lexend"/>
              </a:defRPr>
            </a:lvl5pPr>
            <a:lvl6pPr indent="0" lvl="5" marL="0" marR="0" algn="ctr">
              <a:spcBef>
                <a:spcPts val="0"/>
              </a:spcBef>
              <a:buNone/>
              <a:defRPr b="1" i="0" sz="750" u="none" cap="none" strike="noStrike">
                <a:solidFill>
                  <a:srgbClr val="FFFFFF"/>
                </a:solidFill>
                <a:latin typeface="Lexend"/>
                <a:ea typeface="Lexend"/>
                <a:cs typeface="Lexend"/>
                <a:sym typeface="Lexend"/>
              </a:defRPr>
            </a:lvl6pPr>
            <a:lvl7pPr indent="0" lvl="6" marL="0" marR="0" algn="ctr">
              <a:spcBef>
                <a:spcPts val="0"/>
              </a:spcBef>
              <a:buNone/>
              <a:defRPr b="1" i="0" sz="750" u="none" cap="none" strike="noStrike">
                <a:solidFill>
                  <a:srgbClr val="FFFFFF"/>
                </a:solidFill>
                <a:latin typeface="Lexend"/>
                <a:ea typeface="Lexend"/>
                <a:cs typeface="Lexend"/>
                <a:sym typeface="Lexend"/>
              </a:defRPr>
            </a:lvl7pPr>
            <a:lvl8pPr indent="0" lvl="7" marL="0" marR="0" algn="ctr">
              <a:spcBef>
                <a:spcPts val="0"/>
              </a:spcBef>
              <a:buNone/>
              <a:defRPr b="1" i="0" sz="750" u="none" cap="none" strike="noStrike">
                <a:solidFill>
                  <a:srgbClr val="FFFFFF"/>
                </a:solidFill>
                <a:latin typeface="Lexend"/>
                <a:ea typeface="Lexend"/>
                <a:cs typeface="Lexend"/>
                <a:sym typeface="Lexend"/>
              </a:defRPr>
            </a:lvl8pPr>
            <a:lvl9pPr indent="0" lvl="8" marL="0" marR="0" algn="ctr">
              <a:spcBef>
                <a:spcPts val="0"/>
              </a:spcBef>
              <a:buNone/>
              <a:defRPr b="1" i="0" sz="750" u="none" cap="none" strike="noStrike">
                <a:solidFill>
                  <a:srgbClr val="FFFFFF"/>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
              <a:t>‹#›</a:t>
            </a:fld>
            <a:endParaRPr b="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Hai cột">
  <p:cSld name="Vieclam24h Hai cột">
    <p:bg>
      <p:bgPr>
        <a:solidFill>
          <a:srgbClr val="FFFFFF"/>
        </a:solidFill>
      </p:bgPr>
    </p:bg>
    <p:spTree>
      <p:nvGrpSpPr>
        <p:cNvPr id="82" name="Shape 82"/>
        <p:cNvGrpSpPr/>
        <p:nvPr/>
      </p:nvGrpSpPr>
      <p:grpSpPr>
        <a:xfrm>
          <a:off x="0" y="0"/>
          <a:ext cx="0" cy="0"/>
          <a:chOff x="0" y="0"/>
          <a:chExt cx="0" cy="0"/>
        </a:xfrm>
      </p:grpSpPr>
      <p:pic>
        <p:nvPicPr>
          <p:cNvPr descr="/home/claude/deck/v2/img/logo-new.png" id="83" name="Google Shape;83;p19"/>
          <p:cNvPicPr preferRelativeResize="0"/>
          <p:nvPr/>
        </p:nvPicPr>
        <p:blipFill rotWithShape="1">
          <a:blip r:embed="rId2">
            <a:alphaModFix/>
          </a:blip>
          <a:srcRect b="0" l="0" r="0" t="0"/>
          <a:stretch/>
        </p:blipFill>
        <p:spPr>
          <a:xfrm>
            <a:off x="457200" y="4754880"/>
            <a:ext cx="950976" cy="201168"/>
          </a:xfrm>
          <a:prstGeom prst="rect">
            <a:avLst/>
          </a:prstGeom>
          <a:noFill/>
          <a:ln>
            <a:noFill/>
          </a:ln>
        </p:spPr>
      </p:pic>
      <p:sp>
        <p:nvSpPr>
          <p:cNvPr id="84" name="Google Shape;84;p19"/>
          <p:cNvSpPr txBox="1"/>
          <p:nvPr>
            <p:ph idx="1" type="body"/>
          </p:nvPr>
        </p:nvSpPr>
        <p:spPr>
          <a:xfrm>
            <a:off x="1536192" y="4718304"/>
            <a:ext cx="45720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30"/>
              </a:spcBef>
              <a:spcAft>
                <a:spcPts val="0"/>
              </a:spcAft>
              <a:buClr>
                <a:srgbClr val="5F5A75"/>
              </a:buClr>
              <a:buSzPts val="650"/>
              <a:buFont typeface="Arial"/>
              <a:buNone/>
              <a:defRPr b="0" i="0" sz="650" u="none" cap="none" strike="noStrike">
                <a:solidFill>
                  <a:srgbClr val="5F5A75"/>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85" name="Google Shape;85;p19"/>
          <p:cNvSpPr/>
          <p:nvPr/>
        </p:nvSpPr>
        <p:spPr>
          <a:xfrm>
            <a:off x="8394192" y="4690872"/>
            <a:ext cx="310896" cy="310896"/>
          </a:xfrm>
          <a:prstGeom prst="ellipse">
            <a:avLst/>
          </a:prstGeom>
          <a:solidFill>
            <a:srgbClr val="401F99"/>
          </a:solidFill>
          <a:ln cap="flat" cmpd="sng" w="9525">
            <a:solidFill>
              <a:srgbClr val="401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86" name="Google Shape;86;p19"/>
          <p:cNvSpPr/>
          <p:nvPr/>
        </p:nvSpPr>
        <p:spPr>
          <a:xfrm>
            <a:off x="457200" y="384048"/>
            <a:ext cx="91440" cy="91440"/>
          </a:xfrm>
          <a:prstGeom prst="ellipse">
            <a:avLst/>
          </a:prstGeom>
          <a:solidFill>
            <a:srgbClr val="00CAFB"/>
          </a:solidFill>
          <a:ln cap="flat" cmpd="sng" w="9525">
            <a:solidFill>
              <a:srgbClr val="00CA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87" name="Google Shape;87;p19"/>
          <p:cNvSpPr txBox="1"/>
          <p:nvPr>
            <p:ph idx="2" type="body"/>
          </p:nvPr>
        </p:nvSpPr>
        <p:spPr>
          <a:xfrm>
            <a:off x="621792" y="301752"/>
            <a:ext cx="7680960" cy="25603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60"/>
              </a:spcBef>
              <a:spcAft>
                <a:spcPts val="0"/>
              </a:spcAft>
              <a:buClr>
                <a:srgbClr val="401F99"/>
              </a:buClr>
              <a:buSzPts val="800"/>
              <a:buFont typeface="Arial"/>
              <a:buNone/>
              <a:defRPr b="1" i="0" sz="800" u="none" cap="none" strike="noStrike">
                <a:solidFill>
                  <a:srgbClr val="401F99"/>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88" name="Google Shape;88;p19"/>
          <p:cNvSpPr txBox="1"/>
          <p:nvPr>
            <p:ph type="title"/>
          </p:nvPr>
        </p:nvSpPr>
        <p:spPr>
          <a:xfrm>
            <a:off x="457200" y="603504"/>
            <a:ext cx="8229600" cy="658368"/>
          </a:xfrm>
          <a:prstGeom prst="rect">
            <a:avLst/>
          </a:prstGeom>
          <a:noFill/>
          <a:ln>
            <a:noFill/>
          </a:ln>
        </p:spPr>
        <p:txBody>
          <a:bodyPr anchorCtr="0" anchor="t" bIns="45700" lIns="91425" spcFirstLastPara="1" rIns="91425" wrap="square" tIns="45700">
            <a:noAutofit/>
          </a:bodyPr>
          <a:lstStyle>
            <a:lvl1pPr lvl="0" marR="0" rtl="0" algn="l">
              <a:lnSpc>
                <a:spcPct val="95000"/>
              </a:lnSpc>
              <a:spcBef>
                <a:spcPts val="0"/>
              </a:spcBef>
              <a:spcAft>
                <a:spcPts val="0"/>
              </a:spcAft>
              <a:buClr>
                <a:srgbClr val="401F99"/>
              </a:buClr>
              <a:buSzPts val="1900"/>
              <a:buFont typeface="Lexend"/>
              <a:buNone/>
              <a:defRPr b="1" i="0" sz="1900" u="none" cap="none" strike="noStrike">
                <a:solidFill>
                  <a:srgbClr val="401F99"/>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9" name="Google Shape;89;p19"/>
          <p:cNvSpPr txBox="1"/>
          <p:nvPr>
            <p:ph idx="3" type="body"/>
          </p:nvPr>
        </p:nvSpPr>
        <p:spPr>
          <a:xfrm>
            <a:off x="457200" y="1417320"/>
            <a:ext cx="3931920" cy="3657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60"/>
              </a:spcBef>
              <a:spcAft>
                <a:spcPts val="0"/>
              </a:spcAft>
              <a:buClr>
                <a:srgbClr val="401F99"/>
              </a:buClr>
              <a:buSzPts val="1300"/>
              <a:buFont typeface="Arial"/>
              <a:buNone/>
              <a:defRPr b="1" i="0" sz="1300" u="none" cap="none" strike="noStrike">
                <a:solidFill>
                  <a:srgbClr val="401F99"/>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90" name="Google Shape;90;p19"/>
          <p:cNvSpPr txBox="1"/>
          <p:nvPr>
            <p:ph idx="4" type="body"/>
          </p:nvPr>
        </p:nvSpPr>
        <p:spPr>
          <a:xfrm>
            <a:off x="457200" y="1874520"/>
            <a:ext cx="3931920" cy="26517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0000"/>
              </a:lnSpc>
              <a:spcBef>
                <a:spcPts val="220"/>
              </a:spcBef>
              <a:spcAft>
                <a:spcPts val="0"/>
              </a:spcAft>
              <a:buClr>
                <a:srgbClr val="1B1530"/>
              </a:buClr>
              <a:buSzPts val="1100"/>
              <a:buFont typeface="Arial"/>
              <a:buNone/>
              <a:defRPr b="0" i="0" sz="1100" u="none" cap="none" strike="noStrike">
                <a:solidFill>
                  <a:srgbClr val="1B1530"/>
                </a:solidFill>
                <a:latin typeface="Lexend"/>
                <a:ea typeface="Lexend"/>
                <a:cs typeface="Lexend"/>
                <a:sym typeface="Lexend"/>
              </a:defRPr>
            </a:lvl1pPr>
            <a:lvl2pPr indent="-406400" lvl="1" marL="914400" marR="0" rtl="0" algn="l">
              <a:spcBef>
                <a:spcPts val="60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91" name="Google Shape;91;p19"/>
          <p:cNvSpPr txBox="1"/>
          <p:nvPr>
            <p:ph idx="5" type="body"/>
          </p:nvPr>
        </p:nvSpPr>
        <p:spPr>
          <a:xfrm>
            <a:off x="4754880" y="1417320"/>
            <a:ext cx="3931920" cy="3657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60"/>
              </a:spcBef>
              <a:spcAft>
                <a:spcPts val="0"/>
              </a:spcAft>
              <a:buClr>
                <a:srgbClr val="401F99"/>
              </a:buClr>
              <a:buSzPts val="1300"/>
              <a:buFont typeface="Arial"/>
              <a:buNone/>
              <a:defRPr b="1" i="0" sz="1300" u="none" cap="none" strike="noStrike">
                <a:solidFill>
                  <a:srgbClr val="401F99"/>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92" name="Google Shape;92;p19"/>
          <p:cNvSpPr txBox="1"/>
          <p:nvPr>
            <p:ph idx="6" type="body"/>
          </p:nvPr>
        </p:nvSpPr>
        <p:spPr>
          <a:xfrm>
            <a:off x="4754880" y="1874520"/>
            <a:ext cx="3931920" cy="26517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0000"/>
              </a:lnSpc>
              <a:spcBef>
                <a:spcPts val="220"/>
              </a:spcBef>
              <a:spcAft>
                <a:spcPts val="0"/>
              </a:spcAft>
              <a:buClr>
                <a:srgbClr val="1B1530"/>
              </a:buClr>
              <a:buSzPts val="1100"/>
              <a:buFont typeface="Arial"/>
              <a:buNone/>
              <a:defRPr b="0" i="0" sz="1100" u="none" cap="none" strike="noStrike">
                <a:solidFill>
                  <a:srgbClr val="1B1530"/>
                </a:solidFill>
                <a:latin typeface="Lexend"/>
                <a:ea typeface="Lexend"/>
                <a:cs typeface="Lexend"/>
                <a:sym typeface="Lexend"/>
              </a:defRPr>
            </a:lvl1pPr>
            <a:lvl2pPr indent="-406400" lvl="1" marL="914400" marR="0" rtl="0" algn="l">
              <a:spcBef>
                <a:spcPts val="60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93" name="Google Shape;93;p19"/>
          <p:cNvSpPr txBox="1"/>
          <p:nvPr>
            <p:ph idx="12" type="sldNum"/>
          </p:nvPr>
        </p:nvSpPr>
        <p:spPr>
          <a:xfrm>
            <a:off x="8394192" y="4690872"/>
            <a:ext cx="310896" cy="310896"/>
          </a:xfrm>
          <a:prstGeom prst="rect">
            <a:avLst/>
          </a:prstGeom>
          <a:noFill/>
          <a:ln>
            <a:noFill/>
          </a:ln>
        </p:spPr>
        <p:txBody>
          <a:bodyPr anchorCtr="0" anchor="ctr" bIns="0" lIns="0" spcFirstLastPara="1" rIns="0" wrap="square" tIns="0">
            <a:noAutofit/>
          </a:bodyPr>
          <a:lstStyle>
            <a:lvl1pPr indent="0" lvl="0" marL="0" marR="0" algn="ctr">
              <a:spcBef>
                <a:spcPts val="0"/>
              </a:spcBef>
              <a:buNone/>
              <a:defRPr b="1" i="0" sz="750" u="none" cap="none" strike="noStrike">
                <a:solidFill>
                  <a:srgbClr val="FFFFFF"/>
                </a:solidFill>
                <a:latin typeface="Lexend"/>
                <a:ea typeface="Lexend"/>
                <a:cs typeface="Lexend"/>
                <a:sym typeface="Lexend"/>
              </a:defRPr>
            </a:lvl1pPr>
            <a:lvl2pPr indent="0" lvl="1" marL="0" marR="0" algn="ctr">
              <a:spcBef>
                <a:spcPts val="0"/>
              </a:spcBef>
              <a:buNone/>
              <a:defRPr b="1" i="0" sz="750" u="none" cap="none" strike="noStrike">
                <a:solidFill>
                  <a:srgbClr val="FFFFFF"/>
                </a:solidFill>
                <a:latin typeface="Lexend"/>
                <a:ea typeface="Lexend"/>
                <a:cs typeface="Lexend"/>
                <a:sym typeface="Lexend"/>
              </a:defRPr>
            </a:lvl2pPr>
            <a:lvl3pPr indent="0" lvl="2" marL="0" marR="0" algn="ctr">
              <a:spcBef>
                <a:spcPts val="0"/>
              </a:spcBef>
              <a:buNone/>
              <a:defRPr b="1" i="0" sz="750" u="none" cap="none" strike="noStrike">
                <a:solidFill>
                  <a:srgbClr val="FFFFFF"/>
                </a:solidFill>
                <a:latin typeface="Lexend"/>
                <a:ea typeface="Lexend"/>
                <a:cs typeface="Lexend"/>
                <a:sym typeface="Lexend"/>
              </a:defRPr>
            </a:lvl3pPr>
            <a:lvl4pPr indent="0" lvl="3" marL="0" marR="0" algn="ctr">
              <a:spcBef>
                <a:spcPts val="0"/>
              </a:spcBef>
              <a:buNone/>
              <a:defRPr b="1" i="0" sz="750" u="none" cap="none" strike="noStrike">
                <a:solidFill>
                  <a:srgbClr val="FFFFFF"/>
                </a:solidFill>
                <a:latin typeface="Lexend"/>
                <a:ea typeface="Lexend"/>
                <a:cs typeface="Lexend"/>
                <a:sym typeface="Lexend"/>
              </a:defRPr>
            </a:lvl4pPr>
            <a:lvl5pPr indent="0" lvl="4" marL="0" marR="0" algn="ctr">
              <a:spcBef>
                <a:spcPts val="0"/>
              </a:spcBef>
              <a:buNone/>
              <a:defRPr b="1" i="0" sz="750" u="none" cap="none" strike="noStrike">
                <a:solidFill>
                  <a:srgbClr val="FFFFFF"/>
                </a:solidFill>
                <a:latin typeface="Lexend"/>
                <a:ea typeface="Lexend"/>
                <a:cs typeface="Lexend"/>
                <a:sym typeface="Lexend"/>
              </a:defRPr>
            </a:lvl5pPr>
            <a:lvl6pPr indent="0" lvl="5" marL="0" marR="0" algn="ctr">
              <a:spcBef>
                <a:spcPts val="0"/>
              </a:spcBef>
              <a:buNone/>
              <a:defRPr b="1" i="0" sz="750" u="none" cap="none" strike="noStrike">
                <a:solidFill>
                  <a:srgbClr val="FFFFFF"/>
                </a:solidFill>
                <a:latin typeface="Lexend"/>
                <a:ea typeface="Lexend"/>
                <a:cs typeface="Lexend"/>
                <a:sym typeface="Lexend"/>
              </a:defRPr>
            </a:lvl6pPr>
            <a:lvl7pPr indent="0" lvl="6" marL="0" marR="0" algn="ctr">
              <a:spcBef>
                <a:spcPts val="0"/>
              </a:spcBef>
              <a:buNone/>
              <a:defRPr b="1" i="0" sz="750" u="none" cap="none" strike="noStrike">
                <a:solidFill>
                  <a:srgbClr val="FFFFFF"/>
                </a:solidFill>
                <a:latin typeface="Lexend"/>
                <a:ea typeface="Lexend"/>
                <a:cs typeface="Lexend"/>
                <a:sym typeface="Lexend"/>
              </a:defRPr>
            </a:lvl7pPr>
            <a:lvl8pPr indent="0" lvl="7" marL="0" marR="0" algn="ctr">
              <a:spcBef>
                <a:spcPts val="0"/>
              </a:spcBef>
              <a:buNone/>
              <a:defRPr b="1" i="0" sz="750" u="none" cap="none" strike="noStrike">
                <a:solidFill>
                  <a:srgbClr val="FFFFFF"/>
                </a:solidFill>
                <a:latin typeface="Lexend"/>
                <a:ea typeface="Lexend"/>
                <a:cs typeface="Lexend"/>
                <a:sym typeface="Lexend"/>
              </a:defRPr>
            </a:lvl8pPr>
            <a:lvl9pPr indent="0" lvl="8" marL="0" marR="0" algn="ctr">
              <a:spcBef>
                <a:spcPts val="0"/>
              </a:spcBef>
              <a:buNone/>
              <a:defRPr b="1" i="0" sz="750" u="none" cap="none" strike="noStrike">
                <a:solidFill>
                  <a:srgbClr val="FFFFFF"/>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
              <a:t>‹#›</a:t>
            </a:fld>
            <a:endParaRPr b="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Câu nói lớn">
  <p:cSld name="Vieclam24h Câu nói lớn">
    <p:bg>
      <p:bgPr>
        <a:solidFill>
          <a:srgbClr val="401F99"/>
        </a:solidFill>
      </p:bgPr>
    </p:bg>
    <p:spTree>
      <p:nvGrpSpPr>
        <p:cNvPr id="94" name="Shape 94"/>
        <p:cNvGrpSpPr/>
        <p:nvPr/>
      </p:nvGrpSpPr>
      <p:grpSpPr>
        <a:xfrm>
          <a:off x="0" y="0"/>
          <a:ext cx="0" cy="0"/>
          <a:chOff x="0" y="0"/>
          <a:chExt cx="0" cy="0"/>
        </a:xfrm>
      </p:grpSpPr>
      <p:sp>
        <p:nvSpPr>
          <p:cNvPr id="95" name="Google Shape;95;p20"/>
          <p:cNvSpPr/>
          <p:nvPr/>
        </p:nvSpPr>
        <p:spPr>
          <a:xfrm>
            <a:off x="457200" y="411480"/>
            <a:ext cx="10972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AFB"/>
              </a:buClr>
              <a:buSzPts val="11000"/>
              <a:buFont typeface="Lexend"/>
              <a:buNone/>
            </a:pPr>
            <a:r>
              <a:rPr b="1" i="0" lang="en" sz="11000" u="none" cap="none" strike="noStrike">
                <a:solidFill>
                  <a:srgbClr val="00CAFB"/>
                </a:solidFill>
                <a:latin typeface="Lexend"/>
                <a:ea typeface="Lexend"/>
                <a:cs typeface="Lexend"/>
                <a:sym typeface="Lexend"/>
              </a:rPr>
              <a:t>“</a:t>
            </a:r>
            <a:endParaRPr b="0" i="0" sz="11000" u="none" cap="none" strike="noStrike">
              <a:solidFill>
                <a:schemeClr val="dk1"/>
              </a:solidFill>
              <a:latin typeface="Lexend"/>
              <a:ea typeface="Lexend"/>
              <a:cs typeface="Lexend"/>
              <a:sym typeface="Lexend"/>
            </a:endParaRPr>
          </a:p>
        </p:txBody>
      </p:sp>
      <p:sp>
        <p:nvSpPr>
          <p:cNvPr id="96" name="Google Shape;96;p20"/>
          <p:cNvSpPr txBox="1"/>
          <p:nvPr>
            <p:ph idx="1" type="body"/>
          </p:nvPr>
        </p:nvSpPr>
        <p:spPr>
          <a:xfrm>
            <a:off x="1188720" y="1188720"/>
            <a:ext cx="6949440" cy="21945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5000"/>
              </a:lnSpc>
              <a:spcBef>
                <a:spcPts val="520"/>
              </a:spcBef>
              <a:spcAft>
                <a:spcPts val="0"/>
              </a:spcAft>
              <a:buClr>
                <a:srgbClr val="FFFFFF"/>
              </a:buClr>
              <a:buSzPts val="2600"/>
              <a:buFont typeface="Arial"/>
              <a:buNone/>
              <a:defRPr b="1" i="0" sz="2600" u="none" cap="none" strike="noStrike">
                <a:solidFill>
                  <a:srgbClr val="FFFFFF"/>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97" name="Google Shape;97;p20"/>
          <p:cNvSpPr txBox="1"/>
          <p:nvPr>
            <p:ph idx="2" type="body"/>
          </p:nvPr>
        </p:nvSpPr>
        <p:spPr>
          <a:xfrm>
            <a:off x="1188720" y="3566160"/>
            <a:ext cx="5486400" cy="457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20"/>
              </a:spcBef>
              <a:spcAft>
                <a:spcPts val="0"/>
              </a:spcAft>
              <a:buClr>
                <a:srgbClr val="00CAFB"/>
              </a:buClr>
              <a:buSzPts val="1100"/>
              <a:buFont typeface="Arial"/>
              <a:buNone/>
              <a:defRPr b="0" i="0" sz="1100" u="none" cap="none" strike="noStrike">
                <a:solidFill>
                  <a:srgbClr val="00CAFB"/>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pic>
        <p:nvPicPr>
          <p:cNvPr descr="/home/claude/deck/v2/img/logo-new-white.png" id="98" name="Google Shape;98;p20"/>
          <p:cNvPicPr preferRelativeResize="0"/>
          <p:nvPr/>
        </p:nvPicPr>
        <p:blipFill rotWithShape="1">
          <a:blip r:embed="rId2">
            <a:alphaModFix/>
          </a:blip>
          <a:srcRect b="0" l="0" r="0" t="0"/>
          <a:stretch/>
        </p:blipFill>
        <p:spPr>
          <a:xfrm>
            <a:off x="457200" y="4754880"/>
            <a:ext cx="950976" cy="201168"/>
          </a:xfrm>
          <a:prstGeom prst="rect">
            <a:avLst/>
          </a:prstGeom>
          <a:noFill/>
          <a:ln>
            <a:noFill/>
          </a:ln>
        </p:spPr>
      </p:pic>
      <p:sp>
        <p:nvSpPr>
          <p:cNvPr id="99" name="Google Shape;99;p20"/>
          <p:cNvSpPr txBox="1"/>
          <p:nvPr>
            <p:ph idx="3" type="body"/>
          </p:nvPr>
        </p:nvSpPr>
        <p:spPr>
          <a:xfrm>
            <a:off x="1536192" y="4718304"/>
            <a:ext cx="45720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30"/>
              </a:spcBef>
              <a:spcAft>
                <a:spcPts val="0"/>
              </a:spcAft>
              <a:buClr>
                <a:srgbClr val="EFE4FF"/>
              </a:buClr>
              <a:buSzPts val="650"/>
              <a:buFont typeface="Arial"/>
              <a:buNone/>
              <a:defRPr b="0" i="0" sz="650" u="none" cap="none" strike="noStrike">
                <a:solidFill>
                  <a:srgbClr val="EFE4FF"/>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100" name="Google Shape;100;p20"/>
          <p:cNvSpPr/>
          <p:nvPr/>
        </p:nvSpPr>
        <p:spPr>
          <a:xfrm>
            <a:off x="8394192" y="4690872"/>
            <a:ext cx="310896" cy="310896"/>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101" name="Google Shape;101;p20"/>
          <p:cNvSpPr txBox="1"/>
          <p:nvPr>
            <p:ph idx="12" type="sldNum"/>
          </p:nvPr>
        </p:nvSpPr>
        <p:spPr>
          <a:xfrm>
            <a:off x="8394192" y="4690872"/>
            <a:ext cx="310896" cy="310896"/>
          </a:xfrm>
          <a:prstGeom prst="rect">
            <a:avLst/>
          </a:prstGeom>
          <a:noFill/>
          <a:ln>
            <a:noFill/>
          </a:ln>
        </p:spPr>
        <p:txBody>
          <a:bodyPr anchorCtr="0" anchor="ctr" bIns="0" lIns="0" spcFirstLastPara="1" rIns="0" wrap="square" tIns="0">
            <a:noAutofit/>
          </a:bodyPr>
          <a:lstStyle>
            <a:lvl1pPr indent="0" lvl="0" marL="0" marR="0" algn="ctr">
              <a:spcBef>
                <a:spcPts val="0"/>
              </a:spcBef>
              <a:buNone/>
              <a:defRPr b="1" i="0" sz="750" u="none" cap="none" strike="noStrike">
                <a:solidFill>
                  <a:srgbClr val="401F99"/>
                </a:solidFill>
                <a:latin typeface="Lexend"/>
                <a:ea typeface="Lexend"/>
                <a:cs typeface="Lexend"/>
                <a:sym typeface="Lexend"/>
              </a:defRPr>
            </a:lvl1pPr>
            <a:lvl2pPr indent="0" lvl="1" marL="0" marR="0" algn="ctr">
              <a:spcBef>
                <a:spcPts val="0"/>
              </a:spcBef>
              <a:buNone/>
              <a:defRPr b="1" i="0" sz="750" u="none" cap="none" strike="noStrike">
                <a:solidFill>
                  <a:srgbClr val="401F99"/>
                </a:solidFill>
                <a:latin typeface="Lexend"/>
                <a:ea typeface="Lexend"/>
                <a:cs typeface="Lexend"/>
                <a:sym typeface="Lexend"/>
              </a:defRPr>
            </a:lvl2pPr>
            <a:lvl3pPr indent="0" lvl="2" marL="0" marR="0" algn="ctr">
              <a:spcBef>
                <a:spcPts val="0"/>
              </a:spcBef>
              <a:buNone/>
              <a:defRPr b="1" i="0" sz="750" u="none" cap="none" strike="noStrike">
                <a:solidFill>
                  <a:srgbClr val="401F99"/>
                </a:solidFill>
                <a:latin typeface="Lexend"/>
                <a:ea typeface="Lexend"/>
                <a:cs typeface="Lexend"/>
                <a:sym typeface="Lexend"/>
              </a:defRPr>
            </a:lvl3pPr>
            <a:lvl4pPr indent="0" lvl="3" marL="0" marR="0" algn="ctr">
              <a:spcBef>
                <a:spcPts val="0"/>
              </a:spcBef>
              <a:buNone/>
              <a:defRPr b="1" i="0" sz="750" u="none" cap="none" strike="noStrike">
                <a:solidFill>
                  <a:srgbClr val="401F99"/>
                </a:solidFill>
                <a:latin typeface="Lexend"/>
                <a:ea typeface="Lexend"/>
                <a:cs typeface="Lexend"/>
                <a:sym typeface="Lexend"/>
              </a:defRPr>
            </a:lvl4pPr>
            <a:lvl5pPr indent="0" lvl="4" marL="0" marR="0" algn="ctr">
              <a:spcBef>
                <a:spcPts val="0"/>
              </a:spcBef>
              <a:buNone/>
              <a:defRPr b="1" i="0" sz="750" u="none" cap="none" strike="noStrike">
                <a:solidFill>
                  <a:srgbClr val="401F99"/>
                </a:solidFill>
                <a:latin typeface="Lexend"/>
                <a:ea typeface="Lexend"/>
                <a:cs typeface="Lexend"/>
                <a:sym typeface="Lexend"/>
              </a:defRPr>
            </a:lvl5pPr>
            <a:lvl6pPr indent="0" lvl="5" marL="0" marR="0" algn="ctr">
              <a:spcBef>
                <a:spcPts val="0"/>
              </a:spcBef>
              <a:buNone/>
              <a:defRPr b="1" i="0" sz="750" u="none" cap="none" strike="noStrike">
                <a:solidFill>
                  <a:srgbClr val="401F99"/>
                </a:solidFill>
                <a:latin typeface="Lexend"/>
                <a:ea typeface="Lexend"/>
                <a:cs typeface="Lexend"/>
                <a:sym typeface="Lexend"/>
              </a:defRPr>
            </a:lvl6pPr>
            <a:lvl7pPr indent="0" lvl="6" marL="0" marR="0" algn="ctr">
              <a:spcBef>
                <a:spcPts val="0"/>
              </a:spcBef>
              <a:buNone/>
              <a:defRPr b="1" i="0" sz="750" u="none" cap="none" strike="noStrike">
                <a:solidFill>
                  <a:srgbClr val="401F99"/>
                </a:solidFill>
                <a:latin typeface="Lexend"/>
                <a:ea typeface="Lexend"/>
                <a:cs typeface="Lexend"/>
                <a:sym typeface="Lexend"/>
              </a:defRPr>
            </a:lvl7pPr>
            <a:lvl8pPr indent="0" lvl="7" marL="0" marR="0" algn="ctr">
              <a:spcBef>
                <a:spcPts val="0"/>
              </a:spcBef>
              <a:buNone/>
              <a:defRPr b="1" i="0" sz="750" u="none" cap="none" strike="noStrike">
                <a:solidFill>
                  <a:srgbClr val="401F99"/>
                </a:solidFill>
                <a:latin typeface="Lexend"/>
                <a:ea typeface="Lexend"/>
                <a:cs typeface="Lexend"/>
                <a:sym typeface="Lexend"/>
              </a:defRPr>
            </a:lvl8pPr>
            <a:lvl9pPr indent="0" lvl="8" marL="0" marR="0" algn="ctr">
              <a:spcBef>
                <a:spcPts val="0"/>
              </a:spcBef>
              <a:buNone/>
              <a:defRPr b="1" i="0" sz="750" u="none" cap="none" strike="noStrike">
                <a:solidFill>
                  <a:srgbClr val="401F99"/>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
              <a:t>‹#›</a:t>
            </a:fld>
            <a:endParaRPr b="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Ảnh + chữ">
  <p:cSld name="Vieclam24h Ảnh + chữ">
    <p:bg>
      <p:bgPr>
        <a:solidFill>
          <a:srgbClr val="FFFFFF"/>
        </a:solidFill>
      </p:bgPr>
    </p:bg>
    <p:spTree>
      <p:nvGrpSpPr>
        <p:cNvPr id="102" name="Shape 102"/>
        <p:cNvGrpSpPr/>
        <p:nvPr/>
      </p:nvGrpSpPr>
      <p:grpSpPr>
        <a:xfrm>
          <a:off x="0" y="0"/>
          <a:ext cx="0" cy="0"/>
          <a:chOff x="0" y="0"/>
          <a:chExt cx="0" cy="0"/>
        </a:xfrm>
      </p:grpSpPr>
      <p:sp>
        <p:nvSpPr>
          <p:cNvPr id="103" name="Google Shape;103;p21"/>
          <p:cNvSpPr txBox="1"/>
          <p:nvPr>
            <p:ph idx="1" type="body"/>
          </p:nvPr>
        </p:nvSpPr>
        <p:spPr>
          <a:xfrm>
            <a:off x="5029200" y="0"/>
            <a:ext cx="4114800" cy="51435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640"/>
              </a:spcBef>
              <a:spcAft>
                <a:spcPts val="0"/>
              </a:spcAft>
              <a:buClr>
                <a:schemeClr val="dk1"/>
              </a:buClr>
              <a:buSzPts val="3200"/>
              <a:buFont typeface="Arial"/>
              <a:buNone/>
              <a:defRPr b="0" i="0" sz="3200" u="none" cap="none" strike="noStrike">
                <a:solidFill>
                  <a:schemeClr val="dk1"/>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pic>
        <p:nvPicPr>
          <p:cNvPr descr="/home/claude/deck/v2/img/logo-new.png" id="104" name="Google Shape;104;p21"/>
          <p:cNvPicPr preferRelativeResize="0"/>
          <p:nvPr/>
        </p:nvPicPr>
        <p:blipFill rotWithShape="1">
          <a:blip r:embed="rId2">
            <a:alphaModFix/>
          </a:blip>
          <a:srcRect b="0" l="0" r="0" t="0"/>
          <a:stretch/>
        </p:blipFill>
        <p:spPr>
          <a:xfrm>
            <a:off x="457200" y="4754880"/>
            <a:ext cx="950976" cy="201168"/>
          </a:xfrm>
          <a:prstGeom prst="rect">
            <a:avLst/>
          </a:prstGeom>
          <a:noFill/>
          <a:ln>
            <a:noFill/>
          </a:ln>
        </p:spPr>
      </p:pic>
      <p:sp>
        <p:nvSpPr>
          <p:cNvPr id="105" name="Google Shape;105;p21"/>
          <p:cNvSpPr txBox="1"/>
          <p:nvPr>
            <p:ph idx="2" type="body"/>
          </p:nvPr>
        </p:nvSpPr>
        <p:spPr>
          <a:xfrm>
            <a:off x="1536192" y="4718304"/>
            <a:ext cx="45720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30"/>
              </a:spcBef>
              <a:spcAft>
                <a:spcPts val="0"/>
              </a:spcAft>
              <a:buClr>
                <a:srgbClr val="5F5A75"/>
              </a:buClr>
              <a:buSzPts val="650"/>
              <a:buFont typeface="Arial"/>
              <a:buNone/>
              <a:defRPr b="0" i="0" sz="650" u="none" cap="none" strike="noStrike">
                <a:solidFill>
                  <a:srgbClr val="5F5A75"/>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106" name="Google Shape;106;p21"/>
          <p:cNvSpPr/>
          <p:nvPr/>
        </p:nvSpPr>
        <p:spPr>
          <a:xfrm>
            <a:off x="8394192" y="4690872"/>
            <a:ext cx="310896" cy="310896"/>
          </a:xfrm>
          <a:prstGeom prst="ellipse">
            <a:avLst/>
          </a:prstGeom>
          <a:solidFill>
            <a:srgbClr val="401F99"/>
          </a:solidFill>
          <a:ln cap="flat" cmpd="sng" w="9525">
            <a:solidFill>
              <a:srgbClr val="401F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107" name="Google Shape;107;p21"/>
          <p:cNvSpPr/>
          <p:nvPr/>
        </p:nvSpPr>
        <p:spPr>
          <a:xfrm>
            <a:off x="457200" y="384048"/>
            <a:ext cx="91440" cy="91440"/>
          </a:xfrm>
          <a:prstGeom prst="ellipse">
            <a:avLst/>
          </a:prstGeom>
          <a:solidFill>
            <a:srgbClr val="00CAFB"/>
          </a:solidFill>
          <a:ln cap="flat" cmpd="sng" w="9525">
            <a:solidFill>
              <a:srgbClr val="00CA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108" name="Google Shape;108;p21"/>
          <p:cNvSpPr txBox="1"/>
          <p:nvPr>
            <p:ph idx="3" type="body"/>
          </p:nvPr>
        </p:nvSpPr>
        <p:spPr>
          <a:xfrm>
            <a:off x="621792" y="301752"/>
            <a:ext cx="4023360" cy="25603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60"/>
              </a:spcBef>
              <a:spcAft>
                <a:spcPts val="0"/>
              </a:spcAft>
              <a:buClr>
                <a:srgbClr val="401F99"/>
              </a:buClr>
              <a:buSzPts val="800"/>
              <a:buFont typeface="Arial"/>
              <a:buNone/>
              <a:defRPr b="1" i="0" sz="800" u="none" cap="none" strike="noStrike">
                <a:solidFill>
                  <a:srgbClr val="401F99"/>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109" name="Google Shape;109;p21"/>
          <p:cNvSpPr txBox="1"/>
          <p:nvPr>
            <p:ph type="title"/>
          </p:nvPr>
        </p:nvSpPr>
        <p:spPr>
          <a:xfrm>
            <a:off x="457200" y="603504"/>
            <a:ext cx="4206240" cy="658368"/>
          </a:xfrm>
          <a:prstGeom prst="rect">
            <a:avLst/>
          </a:prstGeom>
          <a:noFill/>
          <a:ln>
            <a:noFill/>
          </a:ln>
        </p:spPr>
        <p:txBody>
          <a:bodyPr anchorCtr="0" anchor="t" bIns="45700" lIns="91425" spcFirstLastPara="1" rIns="91425" wrap="square" tIns="45700">
            <a:noAutofit/>
          </a:bodyPr>
          <a:lstStyle>
            <a:lvl1pPr lvl="0" marR="0" rtl="0" algn="l">
              <a:lnSpc>
                <a:spcPct val="95000"/>
              </a:lnSpc>
              <a:spcBef>
                <a:spcPts val="0"/>
              </a:spcBef>
              <a:spcAft>
                <a:spcPts val="0"/>
              </a:spcAft>
              <a:buClr>
                <a:srgbClr val="401F99"/>
              </a:buClr>
              <a:buSzPts val="1900"/>
              <a:buFont typeface="Lexend"/>
              <a:buNone/>
              <a:defRPr b="1" i="0" sz="1900" u="none" cap="none" strike="noStrike">
                <a:solidFill>
                  <a:srgbClr val="401F99"/>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0" name="Google Shape;110;p21"/>
          <p:cNvSpPr txBox="1"/>
          <p:nvPr>
            <p:ph idx="4" type="body"/>
          </p:nvPr>
        </p:nvSpPr>
        <p:spPr>
          <a:xfrm>
            <a:off x="457200" y="1417320"/>
            <a:ext cx="4206240" cy="3108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0000"/>
              </a:lnSpc>
              <a:spcBef>
                <a:spcPts val="220"/>
              </a:spcBef>
              <a:spcAft>
                <a:spcPts val="0"/>
              </a:spcAft>
              <a:buClr>
                <a:srgbClr val="1B1530"/>
              </a:buClr>
              <a:buSzPts val="1100"/>
              <a:buFont typeface="Arial"/>
              <a:buNone/>
              <a:defRPr b="0" i="0" sz="1100" u="none" cap="none" strike="noStrike">
                <a:solidFill>
                  <a:srgbClr val="1B1530"/>
                </a:solidFill>
                <a:latin typeface="Lexend"/>
                <a:ea typeface="Lexend"/>
                <a:cs typeface="Lexend"/>
                <a:sym typeface="Lexend"/>
              </a:defRPr>
            </a:lvl1pPr>
            <a:lvl2pPr indent="-406400" lvl="1" marL="914400" marR="0" rtl="0" algn="l">
              <a:spcBef>
                <a:spcPts val="60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Nền tím">
  <p:cSld name="Vieclam24h Nền tím">
    <p:bg>
      <p:bgPr>
        <a:solidFill>
          <a:srgbClr val="401F99"/>
        </a:solidFill>
      </p:bgPr>
    </p:bg>
    <p:spTree>
      <p:nvGrpSpPr>
        <p:cNvPr id="111" name="Shape 111"/>
        <p:cNvGrpSpPr/>
        <p:nvPr/>
      </p:nvGrpSpPr>
      <p:grpSpPr>
        <a:xfrm>
          <a:off x="0" y="0"/>
          <a:ext cx="0" cy="0"/>
          <a:chOff x="0" y="0"/>
          <a:chExt cx="0" cy="0"/>
        </a:xfrm>
      </p:grpSpPr>
      <p:pic>
        <p:nvPicPr>
          <p:cNvPr descr="/home/claude/deck/v2/img/logo-new-white.png" id="112" name="Google Shape;112;p22"/>
          <p:cNvPicPr preferRelativeResize="0"/>
          <p:nvPr/>
        </p:nvPicPr>
        <p:blipFill rotWithShape="1">
          <a:blip r:embed="rId2">
            <a:alphaModFix/>
          </a:blip>
          <a:srcRect b="0" l="0" r="0" t="0"/>
          <a:stretch/>
        </p:blipFill>
        <p:spPr>
          <a:xfrm>
            <a:off x="457200" y="4754880"/>
            <a:ext cx="950976" cy="201168"/>
          </a:xfrm>
          <a:prstGeom prst="rect">
            <a:avLst/>
          </a:prstGeom>
          <a:noFill/>
          <a:ln>
            <a:noFill/>
          </a:ln>
        </p:spPr>
      </p:pic>
      <p:sp>
        <p:nvSpPr>
          <p:cNvPr id="113" name="Google Shape;113;p22"/>
          <p:cNvSpPr txBox="1"/>
          <p:nvPr>
            <p:ph idx="1" type="body"/>
          </p:nvPr>
        </p:nvSpPr>
        <p:spPr>
          <a:xfrm>
            <a:off x="1536192" y="4718304"/>
            <a:ext cx="4572000" cy="2743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30"/>
              </a:spcBef>
              <a:spcAft>
                <a:spcPts val="0"/>
              </a:spcAft>
              <a:buClr>
                <a:srgbClr val="EFE4FF"/>
              </a:buClr>
              <a:buSzPts val="650"/>
              <a:buFont typeface="Arial"/>
              <a:buNone/>
              <a:defRPr b="0" i="0" sz="650" u="none" cap="none" strike="noStrike">
                <a:solidFill>
                  <a:srgbClr val="EFE4FF"/>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
        <p:nvSpPr>
          <p:cNvPr id="114" name="Google Shape;114;p22"/>
          <p:cNvSpPr/>
          <p:nvPr/>
        </p:nvSpPr>
        <p:spPr>
          <a:xfrm>
            <a:off x="8394192" y="4690872"/>
            <a:ext cx="310896" cy="310896"/>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Lexend"/>
              <a:buNone/>
            </a:pPr>
            <a:r>
              <a:t/>
            </a:r>
            <a:endParaRPr b="0" i="0" sz="1800" u="none" cap="none" strike="noStrike">
              <a:solidFill>
                <a:schemeClr val="dk1"/>
              </a:solidFill>
              <a:latin typeface="Lexend"/>
              <a:ea typeface="Lexend"/>
              <a:cs typeface="Lexend"/>
              <a:sym typeface="Lexend"/>
            </a:endParaRPr>
          </a:p>
        </p:txBody>
      </p:sp>
      <p:sp>
        <p:nvSpPr>
          <p:cNvPr id="115" name="Google Shape;115;p22"/>
          <p:cNvSpPr txBox="1"/>
          <p:nvPr>
            <p:ph type="title"/>
          </p:nvPr>
        </p:nvSpPr>
        <p:spPr>
          <a:xfrm>
            <a:off x="457200" y="457200"/>
            <a:ext cx="8229600" cy="8229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2600"/>
              <a:buFont typeface="Lexend"/>
              <a:buNone/>
              <a:defRPr b="1" i="0" sz="2600" u="none" cap="none" strike="noStrike">
                <a:solidFill>
                  <a:srgbClr val="FFFFFF"/>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6" name="Google Shape;116;p22"/>
          <p:cNvSpPr txBox="1"/>
          <p:nvPr>
            <p:ph idx="12" type="sldNum"/>
          </p:nvPr>
        </p:nvSpPr>
        <p:spPr>
          <a:xfrm>
            <a:off x="8394192" y="4690872"/>
            <a:ext cx="310896" cy="310896"/>
          </a:xfrm>
          <a:prstGeom prst="rect">
            <a:avLst/>
          </a:prstGeom>
          <a:noFill/>
          <a:ln>
            <a:noFill/>
          </a:ln>
        </p:spPr>
        <p:txBody>
          <a:bodyPr anchorCtr="0" anchor="ctr" bIns="0" lIns="0" spcFirstLastPara="1" rIns="0" wrap="square" tIns="0">
            <a:noAutofit/>
          </a:bodyPr>
          <a:lstStyle>
            <a:lvl1pPr indent="0" lvl="0" marL="0" marR="0" algn="ctr">
              <a:spcBef>
                <a:spcPts val="0"/>
              </a:spcBef>
              <a:buNone/>
              <a:defRPr b="1" i="0" sz="750" u="none" cap="none" strike="noStrike">
                <a:solidFill>
                  <a:srgbClr val="401F99"/>
                </a:solidFill>
                <a:latin typeface="Lexend"/>
                <a:ea typeface="Lexend"/>
                <a:cs typeface="Lexend"/>
                <a:sym typeface="Lexend"/>
              </a:defRPr>
            </a:lvl1pPr>
            <a:lvl2pPr indent="0" lvl="1" marL="0" marR="0" algn="ctr">
              <a:spcBef>
                <a:spcPts val="0"/>
              </a:spcBef>
              <a:buNone/>
              <a:defRPr b="1" i="0" sz="750" u="none" cap="none" strike="noStrike">
                <a:solidFill>
                  <a:srgbClr val="401F99"/>
                </a:solidFill>
                <a:latin typeface="Lexend"/>
                <a:ea typeface="Lexend"/>
                <a:cs typeface="Lexend"/>
                <a:sym typeface="Lexend"/>
              </a:defRPr>
            </a:lvl2pPr>
            <a:lvl3pPr indent="0" lvl="2" marL="0" marR="0" algn="ctr">
              <a:spcBef>
                <a:spcPts val="0"/>
              </a:spcBef>
              <a:buNone/>
              <a:defRPr b="1" i="0" sz="750" u="none" cap="none" strike="noStrike">
                <a:solidFill>
                  <a:srgbClr val="401F99"/>
                </a:solidFill>
                <a:latin typeface="Lexend"/>
                <a:ea typeface="Lexend"/>
                <a:cs typeface="Lexend"/>
                <a:sym typeface="Lexend"/>
              </a:defRPr>
            </a:lvl3pPr>
            <a:lvl4pPr indent="0" lvl="3" marL="0" marR="0" algn="ctr">
              <a:spcBef>
                <a:spcPts val="0"/>
              </a:spcBef>
              <a:buNone/>
              <a:defRPr b="1" i="0" sz="750" u="none" cap="none" strike="noStrike">
                <a:solidFill>
                  <a:srgbClr val="401F99"/>
                </a:solidFill>
                <a:latin typeface="Lexend"/>
                <a:ea typeface="Lexend"/>
                <a:cs typeface="Lexend"/>
                <a:sym typeface="Lexend"/>
              </a:defRPr>
            </a:lvl4pPr>
            <a:lvl5pPr indent="0" lvl="4" marL="0" marR="0" algn="ctr">
              <a:spcBef>
                <a:spcPts val="0"/>
              </a:spcBef>
              <a:buNone/>
              <a:defRPr b="1" i="0" sz="750" u="none" cap="none" strike="noStrike">
                <a:solidFill>
                  <a:srgbClr val="401F99"/>
                </a:solidFill>
                <a:latin typeface="Lexend"/>
                <a:ea typeface="Lexend"/>
                <a:cs typeface="Lexend"/>
                <a:sym typeface="Lexend"/>
              </a:defRPr>
            </a:lvl5pPr>
            <a:lvl6pPr indent="0" lvl="5" marL="0" marR="0" algn="ctr">
              <a:spcBef>
                <a:spcPts val="0"/>
              </a:spcBef>
              <a:buNone/>
              <a:defRPr b="1" i="0" sz="750" u="none" cap="none" strike="noStrike">
                <a:solidFill>
                  <a:srgbClr val="401F99"/>
                </a:solidFill>
                <a:latin typeface="Lexend"/>
                <a:ea typeface="Lexend"/>
                <a:cs typeface="Lexend"/>
                <a:sym typeface="Lexend"/>
              </a:defRPr>
            </a:lvl6pPr>
            <a:lvl7pPr indent="0" lvl="6" marL="0" marR="0" algn="ctr">
              <a:spcBef>
                <a:spcPts val="0"/>
              </a:spcBef>
              <a:buNone/>
              <a:defRPr b="1" i="0" sz="750" u="none" cap="none" strike="noStrike">
                <a:solidFill>
                  <a:srgbClr val="401F99"/>
                </a:solidFill>
                <a:latin typeface="Lexend"/>
                <a:ea typeface="Lexend"/>
                <a:cs typeface="Lexend"/>
                <a:sym typeface="Lexend"/>
              </a:defRPr>
            </a:lvl7pPr>
            <a:lvl8pPr indent="0" lvl="7" marL="0" marR="0" algn="ctr">
              <a:spcBef>
                <a:spcPts val="0"/>
              </a:spcBef>
              <a:buNone/>
              <a:defRPr b="1" i="0" sz="750" u="none" cap="none" strike="noStrike">
                <a:solidFill>
                  <a:srgbClr val="401F99"/>
                </a:solidFill>
                <a:latin typeface="Lexend"/>
                <a:ea typeface="Lexend"/>
                <a:cs typeface="Lexend"/>
                <a:sym typeface="Lexend"/>
              </a:defRPr>
            </a:lvl8pPr>
            <a:lvl9pPr indent="0" lvl="8" marL="0" marR="0" algn="ctr">
              <a:spcBef>
                <a:spcPts val="0"/>
              </a:spcBef>
              <a:buNone/>
              <a:defRPr b="1" i="0" sz="750" u="none" cap="none" strike="noStrike">
                <a:solidFill>
                  <a:srgbClr val="401F99"/>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
              <a:t>‹#›</a:t>
            </a:fld>
            <a:endParaRPr b="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L Kết">
  <p:cSld name="Vieclam24h Kết">
    <p:bg>
      <p:bgPr>
        <a:solidFill>
          <a:srgbClr val="401F99"/>
        </a:solidFill>
      </p:bgPr>
    </p:bg>
    <p:spTree>
      <p:nvGrpSpPr>
        <p:cNvPr id="117" name="Shape 117"/>
        <p:cNvGrpSpPr/>
        <p:nvPr/>
      </p:nvGrpSpPr>
      <p:grpSpPr>
        <a:xfrm>
          <a:off x="0" y="0"/>
          <a:ext cx="0" cy="0"/>
          <a:chOff x="0" y="0"/>
          <a:chExt cx="0" cy="0"/>
        </a:xfrm>
      </p:grpSpPr>
      <p:pic>
        <p:nvPicPr>
          <p:cNvPr descr="/home/claude/deck/v2/img/logo-new-white.png" id="118" name="Google Shape;118;p23"/>
          <p:cNvPicPr preferRelativeResize="0"/>
          <p:nvPr/>
        </p:nvPicPr>
        <p:blipFill rotWithShape="1">
          <a:blip r:embed="rId2">
            <a:alphaModFix/>
          </a:blip>
          <a:srcRect b="0" l="0" r="0" t="0"/>
          <a:stretch/>
        </p:blipFill>
        <p:spPr>
          <a:xfrm>
            <a:off x="457200" y="457200"/>
            <a:ext cx="1563624" cy="329184"/>
          </a:xfrm>
          <a:prstGeom prst="rect">
            <a:avLst/>
          </a:prstGeom>
          <a:noFill/>
          <a:ln>
            <a:noFill/>
          </a:ln>
        </p:spPr>
      </p:pic>
      <p:sp>
        <p:nvSpPr>
          <p:cNvPr id="119" name="Google Shape;119;p23"/>
          <p:cNvSpPr txBox="1"/>
          <p:nvPr>
            <p:ph type="title"/>
          </p:nvPr>
        </p:nvSpPr>
        <p:spPr>
          <a:xfrm>
            <a:off x="457200" y="1417320"/>
            <a:ext cx="548640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rgbClr val="FFFFFF"/>
              </a:buClr>
              <a:buSzPts val="4000"/>
              <a:buFont typeface="Lexend"/>
              <a:buNone/>
              <a:defRPr b="1" i="0" sz="4000" u="none" cap="none" strike="noStrike">
                <a:solidFill>
                  <a:srgbClr val="FFFFFF"/>
                </a:solidFill>
                <a:latin typeface="Lexend"/>
                <a:ea typeface="Lexend"/>
                <a:cs typeface="Lexend"/>
                <a:sym typeface="Lexen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0" name="Google Shape;120;p23"/>
          <p:cNvSpPr txBox="1"/>
          <p:nvPr>
            <p:ph idx="1" type="body"/>
          </p:nvPr>
        </p:nvSpPr>
        <p:spPr>
          <a:xfrm>
            <a:off x="457200" y="2560320"/>
            <a:ext cx="5120640" cy="14630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20"/>
              </a:spcBef>
              <a:spcAft>
                <a:spcPts val="0"/>
              </a:spcAft>
              <a:buClr>
                <a:srgbClr val="FFFFFF"/>
              </a:buClr>
              <a:buSzPts val="1100"/>
              <a:buFont typeface="Arial"/>
              <a:buNone/>
              <a:defRPr b="0" i="0" sz="1100" u="none" cap="none" strike="noStrike">
                <a:solidFill>
                  <a:srgbClr val="FFFFFF"/>
                </a:solidFill>
                <a:latin typeface="Lexend"/>
                <a:ea typeface="Lexend"/>
                <a:cs typeface="Lexend"/>
                <a:sym typeface="Lexen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Lexend"/>
                <a:ea typeface="Lexend"/>
                <a:cs typeface="Lexend"/>
                <a:sym typeface="Lexen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Lexend"/>
                <a:ea typeface="Lexend"/>
                <a:cs typeface="Lexend"/>
                <a:sym typeface="Lexen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394192" y="4690872"/>
            <a:ext cx="310896" cy="310896"/>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b="1" i="0" sz="750" u="none" cap="none" strike="noStrike">
                <a:solidFill>
                  <a:srgbClr val="FFFFFF"/>
                </a:solidFill>
                <a:latin typeface="Lexend"/>
                <a:ea typeface="Lexend"/>
                <a:cs typeface="Lexend"/>
                <a:sym typeface="Lexend"/>
              </a:defRPr>
            </a:lvl1pPr>
            <a:lvl2pPr indent="0" lvl="1" marL="0" marR="0" rtl="0" algn="ctr">
              <a:spcBef>
                <a:spcPts val="0"/>
              </a:spcBef>
              <a:buNone/>
              <a:defRPr b="1" i="0" sz="750" u="none" cap="none" strike="noStrike">
                <a:solidFill>
                  <a:srgbClr val="FFFFFF"/>
                </a:solidFill>
                <a:latin typeface="Lexend"/>
                <a:ea typeface="Lexend"/>
                <a:cs typeface="Lexend"/>
                <a:sym typeface="Lexend"/>
              </a:defRPr>
            </a:lvl2pPr>
            <a:lvl3pPr indent="0" lvl="2" marL="0" marR="0" rtl="0" algn="ctr">
              <a:spcBef>
                <a:spcPts val="0"/>
              </a:spcBef>
              <a:buNone/>
              <a:defRPr b="1" i="0" sz="750" u="none" cap="none" strike="noStrike">
                <a:solidFill>
                  <a:srgbClr val="FFFFFF"/>
                </a:solidFill>
                <a:latin typeface="Lexend"/>
                <a:ea typeface="Lexend"/>
                <a:cs typeface="Lexend"/>
                <a:sym typeface="Lexend"/>
              </a:defRPr>
            </a:lvl3pPr>
            <a:lvl4pPr indent="0" lvl="3" marL="0" marR="0" rtl="0" algn="ctr">
              <a:spcBef>
                <a:spcPts val="0"/>
              </a:spcBef>
              <a:buNone/>
              <a:defRPr b="1" i="0" sz="750" u="none" cap="none" strike="noStrike">
                <a:solidFill>
                  <a:srgbClr val="FFFFFF"/>
                </a:solidFill>
                <a:latin typeface="Lexend"/>
                <a:ea typeface="Lexend"/>
                <a:cs typeface="Lexend"/>
                <a:sym typeface="Lexend"/>
              </a:defRPr>
            </a:lvl4pPr>
            <a:lvl5pPr indent="0" lvl="4" marL="0" marR="0" rtl="0" algn="ctr">
              <a:spcBef>
                <a:spcPts val="0"/>
              </a:spcBef>
              <a:buNone/>
              <a:defRPr b="1" i="0" sz="750" u="none" cap="none" strike="noStrike">
                <a:solidFill>
                  <a:srgbClr val="FFFFFF"/>
                </a:solidFill>
                <a:latin typeface="Lexend"/>
                <a:ea typeface="Lexend"/>
                <a:cs typeface="Lexend"/>
                <a:sym typeface="Lexend"/>
              </a:defRPr>
            </a:lvl5pPr>
            <a:lvl6pPr indent="0" lvl="5" marL="0" marR="0" rtl="0" algn="ctr">
              <a:spcBef>
                <a:spcPts val="0"/>
              </a:spcBef>
              <a:buNone/>
              <a:defRPr b="1" i="0" sz="750" u="none" cap="none" strike="noStrike">
                <a:solidFill>
                  <a:srgbClr val="FFFFFF"/>
                </a:solidFill>
                <a:latin typeface="Lexend"/>
                <a:ea typeface="Lexend"/>
                <a:cs typeface="Lexend"/>
                <a:sym typeface="Lexend"/>
              </a:defRPr>
            </a:lvl6pPr>
            <a:lvl7pPr indent="0" lvl="6" marL="0" marR="0" rtl="0" algn="ctr">
              <a:spcBef>
                <a:spcPts val="0"/>
              </a:spcBef>
              <a:buNone/>
              <a:defRPr b="1" i="0" sz="750" u="none" cap="none" strike="noStrike">
                <a:solidFill>
                  <a:srgbClr val="FFFFFF"/>
                </a:solidFill>
                <a:latin typeface="Lexend"/>
                <a:ea typeface="Lexend"/>
                <a:cs typeface="Lexend"/>
                <a:sym typeface="Lexend"/>
              </a:defRPr>
            </a:lvl7pPr>
            <a:lvl8pPr indent="0" lvl="7" marL="0" marR="0" rtl="0" algn="ctr">
              <a:spcBef>
                <a:spcPts val="0"/>
              </a:spcBef>
              <a:buNone/>
              <a:defRPr b="1" i="0" sz="750" u="none" cap="none" strike="noStrike">
                <a:solidFill>
                  <a:srgbClr val="FFFFFF"/>
                </a:solidFill>
                <a:latin typeface="Lexend"/>
                <a:ea typeface="Lexend"/>
                <a:cs typeface="Lexend"/>
                <a:sym typeface="Lexend"/>
              </a:defRPr>
            </a:lvl8pPr>
            <a:lvl9pPr indent="0" lvl="8" marL="0" marR="0" rtl="0" algn="ctr">
              <a:spcBef>
                <a:spcPts val="0"/>
              </a:spcBef>
              <a:buNone/>
              <a:defRPr b="1" i="0" sz="750" u="none" cap="none" strike="noStrike">
                <a:solidFill>
                  <a:srgbClr val="FFFFFF"/>
                </a:solidFill>
                <a:latin typeface="Lexend"/>
                <a:ea typeface="Lexend"/>
                <a:cs typeface="Lexend"/>
                <a:sym typeface="Lexend"/>
              </a:defRPr>
            </a:lvl9pPr>
          </a:lstStyle>
          <a:p>
            <a:pPr indent="0" lvl="0" marL="0" rtl="0" algn="ctr">
              <a:spcBef>
                <a:spcPts val="0"/>
              </a:spcBef>
              <a:spcAft>
                <a:spcPts val="0"/>
              </a:spcAft>
              <a:buNone/>
            </a:pPr>
            <a:fld id="{00000000-1234-1234-1234-123412341234}" type="slidenum">
              <a:rPr lang="en"/>
              <a:t>‹#›</a:t>
            </a:fld>
            <a:endParaRPr b="0"/>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31.png"/><Relationship Id="rId5"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4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4.jp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6.png"/><Relationship Id="rId6"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27.png"/><Relationship Id="rId6" Type="http://schemas.openxmlformats.org/officeDocument/2006/relationships/image" Target="../media/image10.png"/><Relationship Id="rId7" Type="http://schemas.openxmlformats.org/officeDocument/2006/relationships/image" Target="../media/image21.png"/><Relationship Id="rId8"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6.jpg"/><Relationship Id="rId4" Type="http://schemas.openxmlformats.org/officeDocument/2006/relationships/image" Target="../media/image32.jpg"/><Relationship Id="rId5" Type="http://schemas.openxmlformats.org/officeDocument/2006/relationships/image" Target="../media/image42.jpg"/><Relationship Id="rId6" Type="http://schemas.openxmlformats.org/officeDocument/2006/relationships/image" Target="../media/image4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jpg"/><Relationship Id="rId3" Type="http://schemas.openxmlformats.org/officeDocument/2006/relationships/image" Target="../media/image18.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pg"/><Relationship Id="rId3"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jpg"/><Relationship Id="rId3"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image" Target="../media/image1.jpg"/><Relationship Id="rId3"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p:nvPr/>
        </p:nvSpPr>
        <p:spPr>
          <a:xfrm>
            <a:off x="4800600" y="502920"/>
            <a:ext cx="4937760" cy="4937760"/>
          </a:xfrm>
          <a:prstGeom prst="ellipse">
            <a:avLst/>
          </a:prstGeom>
          <a:solidFill>
            <a:srgbClr val="9A69FF">
              <a:alpha val="45098"/>
            </a:srgbClr>
          </a:solidFill>
          <a:ln cap="flat" cmpd="sng" w="12700">
            <a:solidFill>
              <a:srgbClr val="9A6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5"/>
          <p:cNvSpPr/>
          <p:nvPr/>
        </p:nvSpPr>
        <p:spPr>
          <a:xfrm>
            <a:off x="5257800" y="960120"/>
            <a:ext cx="4023360" cy="4023360"/>
          </a:xfrm>
          <a:prstGeom prst="ellipse">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logo-new-white.png" id="129" name="Google Shape;129;p25"/>
          <p:cNvPicPr preferRelativeResize="0"/>
          <p:nvPr/>
        </p:nvPicPr>
        <p:blipFill rotWithShape="1">
          <a:blip r:embed="rId3">
            <a:alphaModFix/>
          </a:blip>
          <a:srcRect b="0" l="0" r="0" t="0"/>
          <a:stretch/>
        </p:blipFill>
        <p:spPr>
          <a:xfrm>
            <a:off x="457200" y="411480"/>
            <a:ext cx="1216152" cy="256032"/>
          </a:xfrm>
          <a:prstGeom prst="rect">
            <a:avLst/>
          </a:prstGeom>
          <a:noFill/>
          <a:ln>
            <a:noFill/>
          </a:ln>
        </p:spPr>
      </p:pic>
      <p:sp>
        <p:nvSpPr>
          <p:cNvPr id="130" name="Google Shape;130;p25"/>
          <p:cNvSpPr/>
          <p:nvPr/>
        </p:nvSpPr>
        <p:spPr>
          <a:xfrm>
            <a:off x="457200" y="1188720"/>
            <a:ext cx="2651760" cy="292608"/>
          </a:xfrm>
          <a:prstGeom prst="roundRect">
            <a:avLst>
              <a:gd fmla="val 50000" name="adj"/>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5"/>
          <p:cNvSpPr txBox="1"/>
          <p:nvPr/>
        </p:nvSpPr>
        <p:spPr>
          <a:xfrm>
            <a:off x="457200" y="1188720"/>
            <a:ext cx="26517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BÁO CÁO THỊ TRƯỜNG TUYỂN DỤNG</a:t>
            </a:r>
            <a:endParaRPr b="0" i="0" sz="800" u="none" cap="none" strike="noStrike">
              <a:solidFill>
                <a:schemeClr val="dk1"/>
              </a:solidFill>
              <a:latin typeface="Lexend"/>
              <a:ea typeface="Lexend"/>
              <a:cs typeface="Lexend"/>
              <a:sym typeface="Lexend"/>
            </a:endParaRPr>
          </a:p>
        </p:txBody>
      </p:sp>
      <p:sp>
        <p:nvSpPr>
          <p:cNvPr id="132" name="Google Shape;132;p25"/>
          <p:cNvSpPr txBox="1"/>
          <p:nvPr/>
        </p:nvSpPr>
        <p:spPr>
          <a:xfrm>
            <a:off x="457200" y="1645920"/>
            <a:ext cx="4297680" cy="1691640"/>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3400"/>
              <a:buFont typeface="Lexend"/>
              <a:buNone/>
            </a:pPr>
            <a:r>
              <a:rPr b="1" i="0" lang="en" sz="3400" u="none" cap="none" strike="noStrike">
                <a:solidFill>
                  <a:srgbClr val="FFFFFF"/>
                </a:solidFill>
                <a:latin typeface="Lexend"/>
                <a:ea typeface="Lexend"/>
                <a:cs typeface="Lexend"/>
                <a:sym typeface="Lexend"/>
              </a:rPr>
              <a:t>Tên báo cáo</a:t>
            </a:r>
            <a:endParaRPr b="0" i="0" sz="3400" u="none" cap="none" strike="noStrike">
              <a:solidFill>
                <a:schemeClr val="dk1"/>
              </a:solidFill>
              <a:latin typeface="Lexend"/>
              <a:ea typeface="Lexend"/>
              <a:cs typeface="Lexend"/>
              <a:sym typeface="Lexend"/>
            </a:endParaRPr>
          </a:p>
          <a:p>
            <a:pPr indent="0" lvl="0" marL="0" marR="0" rtl="0" algn="l">
              <a:lnSpc>
                <a:spcPct val="92000"/>
              </a:lnSpc>
              <a:spcBef>
                <a:spcPts val="0"/>
              </a:spcBef>
              <a:spcAft>
                <a:spcPts val="0"/>
              </a:spcAft>
              <a:buClr>
                <a:srgbClr val="FFFFFF"/>
              </a:buClr>
              <a:buSzPts val="3400"/>
              <a:buFont typeface="Lexend"/>
              <a:buNone/>
            </a:pPr>
            <a:r>
              <a:rPr b="1" i="0" lang="en" sz="3400" u="none" cap="none" strike="noStrike">
                <a:solidFill>
                  <a:srgbClr val="FFFFFF"/>
                </a:solidFill>
                <a:latin typeface="Lexend"/>
                <a:ea typeface="Lexend"/>
                <a:cs typeface="Lexend"/>
                <a:sym typeface="Lexend"/>
              </a:rPr>
              <a:t>hai đến ba dòng</a:t>
            </a:r>
            <a:endParaRPr b="0" i="0" sz="3400" u="none" cap="none" strike="noStrike">
              <a:solidFill>
                <a:schemeClr val="dk1"/>
              </a:solidFill>
              <a:latin typeface="Lexend"/>
              <a:ea typeface="Lexend"/>
              <a:cs typeface="Lexend"/>
              <a:sym typeface="Lexend"/>
            </a:endParaRPr>
          </a:p>
          <a:p>
            <a:pPr indent="0" lvl="0" marL="0" marR="0" rtl="0" algn="l">
              <a:lnSpc>
                <a:spcPct val="92000"/>
              </a:lnSpc>
              <a:spcBef>
                <a:spcPts val="0"/>
              </a:spcBef>
              <a:spcAft>
                <a:spcPts val="0"/>
              </a:spcAft>
              <a:buClr>
                <a:srgbClr val="FFFFFF"/>
              </a:buClr>
              <a:buSzPts val="3400"/>
              <a:buFont typeface="Lexend"/>
              <a:buNone/>
            </a:pPr>
            <a:r>
              <a:rPr b="1" i="0" lang="en" sz="3400" u="none" cap="none" strike="noStrike">
                <a:solidFill>
                  <a:srgbClr val="FFFFFF"/>
                </a:solidFill>
                <a:latin typeface="Lexend"/>
                <a:ea typeface="Lexend"/>
                <a:cs typeface="Lexend"/>
                <a:sym typeface="Lexend"/>
              </a:rPr>
              <a:t>Quý …/20…</a:t>
            </a:r>
            <a:endParaRPr b="0" i="0" sz="3400" u="none" cap="none" strike="noStrike">
              <a:solidFill>
                <a:schemeClr val="dk1"/>
              </a:solidFill>
              <a:latin typeface="Lexend"/>
              <a:ea typeface="Lexend"/>
              <a:cs typeface="Lexend"/>
              <a:sym typeface="Lexend"/>
            </a:endParaRPr>
          </a:p>
        </p:txBody>
      </p:sp>
      <p:sp>
        <p:nvSpPr>
          <p:cNvPr id="133" name="Google Shape;133;p25"/>
          <p:cNvSpPr txBox="1"/>
          <p:nvPr/>
        </p:nvSpPr>
        <p:spPr>
          <a:xfrm>
            <a:off x="457200" y="3364992"/>
            <a:ext cx="4754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AFB"/>
              </a:buClr>
              <a:buSzPts val="2600"/>
              <a:buFont typeface="Oooh Baby"/>
              <a:buNone/>
            </a:pPr>
            <a:r>
              <a:rPr b="0" i="0" lang="en" sz="2600" u="none" cap="none" strike="noStrike">
                <a:solidFill>
                  <a:srgbClr val="00CAFB"/>
                </a:solidFill>
                <a:latin typeface="Oooh Baby"/>
                <a:ea typeface="Oooh Baby"/>
                <a:cs typeface="Oooh Baby"/>
                <a:sym typeface="Oooh Baby"/>
              </a:rPr>
              <a:t>Câu nhấn ngắn, tối đa 8 từ</a:t>
            </a:r>
            <a:endParaRPr b="0" i="0" sz="2600" u="none" cap="none" strike="noStrike">
              <a:solidFill>
                <a:schemeClr val="dk1"/>
              </a:solidFill>
              <a:latin typeface="Lexend"/>
              <a:ea typeface="Lexend"/>
              <a:cs typeface="Lexend"/>
              <a:sym typeface="Lexend"/>
            </a:endParaRPr>
          </a:p>
        </p:txBody>
      </p:sp>
      <p:sp>
        <p:nvSpPr>
          <p:cNvPr id="134" name="Google Shape;134;p25"/>
          <p:cNvSpPr txBox="1"/>
          <p:nvPr/>
        </p:nvSpPr>
        <p:spPr>
          <a:xfrm>
            <a:off x="457200" y="4005072"/>
            <a:ext cx="4206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Lexend"/>
              <a:buNone/>
            </a:pPr>
            <a:r>
              <a:rPr b="0" i="0" lang="en" sz="1100" u="none" cap="none" strike="noStrike">
                <a:solidFill>
                  <a:srgbClr val="FFFFFF"/>
                </a:solidFill>
                <a:latin typeface="Lexend"/>
                <a:ea typeface="Lexend"/>
                <a:cs typeface="Lexend"/>
                <a:sym typeface="Lexend"/>
              </a:rPr>
              <a:t>Chủ đề 1 · Chủ đề 2 · Chủ đề 3</a:t>
            </a:r>
            <a:endParaRPr b="0" i="0" sz="1100" u="none" cap="none" strike="noStrike">
              <a:solidFill>
                <a:schemeClr val="dk1"/>
              </a:solidFill>
              <a:latin typeface="Lexend"/>
              <a:ea typeface="Lexend"/>
              <a:cs typeface="Lexend"/>
              <a:sym typeface="Lexend"/>
            </a:endParaRPr>
          </a:p>
        </p:txBody>
      </p:sp>
      <p:sp>
        <p:nvSpPr>
          <p:cNvPr id="135" name="Google Shape;135;p25"/>
          <p:cNvSpPr txBox="1"/>
          <p:nvPr/>
        </p:nvSpPr>
        <p:spPr>
          <a:xfrm>
            <a:off x="457200" y="461772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E4FF"/>
              </a:buClr>
              <a:buSzPts val="900"/>
              <a:buFont typeface="Lexend"/>
              <a:buNone/>
            </a:pPr>
            <a:r>
              <a:rPr b="0" i="0" lang="en" sz="900" u="none" cap="none" strike="noStrike">
                <a:solidFill>
                  <a:srgbClr val="EFE4FF"/>
                </a:solidFill>
                <a:latin typeface="Lexend"/>
                <a:ea typeface="Lexend"/>
                <a:cs typeface="Lexend"/>
                <a:sym typeface="Lexend"/>
              </a:rPr>
              <a:t>Vieclam24h · MM.YYYY</a:t>
            </a:r>
            <a:endParaRPr b="0" i="0" sz="900" u="none" cap="none" strike="noStrike">
              <a:solidFill>
                <a:schemeClr val="dk1"/>
              </a:solidFill>
              <a:latin typeface="Lexend"/>
              <a:ea typeface="Lexend"/>
              <a:cs typeface="Lexend"/>
              <a:sym typeface="Lexend"/>
            </a:endParaRPr>
          </a:p>
        </p:txBody>
      </p:sp>
      <p:pic>
        <p:nvPicPr>
          <p:cNvPr id="136" name="Google Shape;136;p25"/>
          <p:cNvPicPr preferRelativeResize="0"/>
          <p:nvPr/>
        </p:nvPicPr>
        <p:blipFill>
          <a:blip r:embed="rId4">
            <a:alphaModFix/>
          </a:blip>
          <a:stretch>
            <a:fillRect/>
          </a:stretch>
        </p:blipFill>
        <p:spPr>
          <a:xfrm>
            <a:off x="5999471" y="1337587"/>
            <a:ext cx="3040705" cy="3805901"/>
          </a:xfrm>
          <a:prstGeom prst="rect">
            <a:avLst/>
          </a:prstGeom>
          <a:noFill/>
          <a:ln>
            <a:noFill/>
          </a:ln>
        </p:spPr>
      </p:pic>
      <p:pic>
        <p:nvPicPr>
          <p:cNvPr id="137" name="Google Shape;137;p25"/>
          <p:cNvPicPr preferRelativeResize="0"/>
          <p:nvPr/>
        </p:nvPicPr>
        <p:blipFill>
          <a:blip r:embed="rId5">
            <a:alphaModFix/>
          </a:blip>
          <a:stretch>
            <a:fillRect/>
          </a:stretch>
        </p:blipFill>
        <p:spPr>
          <a:xfrm>
            <a:off x="4161450" y="685556"/>
            <a:ext cx="3831258" cy="445793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HƯỚNG DẪN · XOÁ SLIDE NÀY TRƯỚC KHI GỬI</a:t>
            </a:r>
            <a:endParaRPr sz="800"/>
          </a:p>
        </p:txBody>
      </p:sp>
      <p:sp>
        <p:nvSpPr>
          <p:cNvPr id="144" name="Google Shape;144;p26"/>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Cách dùng template trình bày Vieclam24h</a:t>
            </a:r>
            <a:endParaRPr sz="1900"/>
          </a:p>
        </p:txBody>
      </p:sp>
      <p:sp>
        <p:nvSpPr>
          <p:cNvPr id="145" name="Google Shape;145;p26"/>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Brand Guideline Vieclam24h 2026.</a:t>
            </a:r>
            <a:endParaRPr sz="650"/>
          </a:p>
        </p:txBody>
      </p:sp>
      <p:sp>
        <p:nvSpPr>
          <p:cNvPr id="146" name="Google Shape;146;p26"/>
          <p:cNvSpPr/>
          <p:nvPr/>
        </p:nvSpPr>
        <p:spPr>
          <a:xfrm>
            <a:off x="457200" y="1325880"/>
            <a:ext cx="502920" cy="502920"/>
          </a:xfrm>
          <a:prstGeom prst="roundRect">
            <a:avLst>
              <a:gd fmla="val 18182" name="adj"/>
            </a:avLst>
          </a:prstGeom>
          <a:solidFill>
            <a:srgbClr val="401F99"/>
          </a:solidFill>
          <a:ln cap="flat" cmpd="sng" w="9525">
            <a:solidFill>
              <a:srgbClr val="E6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6"/>
          <p:cNvSpPr txBox="1"/>
          <p:nvPr/>
        </p:nvSpPr>
        <p:spPr>
          <a:xfrm>
            <a:off x="1078992" y="1325880"/>
            <a:ext cx="16002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Brand Purple  </a:t>
            </a:r>
            <a:r>
              <a:rPr b="0" i="0" lang="en" sz="800" u="none" cap="none" strike="noStrike">
                <a:solidFill>
                  <a:srgbClr val="5F5A75"/>
                </a:solidFill>
                <a:latin typeface="Lexend"/>
                <a:ea typeface="Lexend"/>
                <a:cs typeface="Lexend"/>
                <a:sym typeface="Lexend"/>
              </a:rPr>
              <a:t>#401F99</a:t>
            </a:r>
            <a:endParaRPr b="0" i="0" sz="8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5F5A75"/>
              </a:buClr>
              <a:buSzPts val="800"/>
              <a:buFont typeface="Lexend"/>
              <a:buNone/>
            </a:pPr>
            <a:r>
              <a:rPr b="0" i="0" lang="en" sz="800" u="none" cap="none" strike="noStrike">
                <a:solidFill>
                  <a:srgbClr val="5F5A75"/>
                </a:solidFill>
                <a:latin typeface="Lexend"/>
                <a:ea typeface="Lexend"/>
                <a:cs typeface="Lexend"/>
                <a:sym typeface="Lexend"/>
              </a:rPr>
              <a:t>Tiêu đề, khối nhấn, chuỗi dữ liệu chính</a:t>
            </a:r>
            <a:endParaRPr b="0" i="0" sz="800" u="none" cap="none" strike="noStrike">
              <a:solidFill>
                <a:schemeClr val="dk1"/>
              </a:solidFill>
              <a:latin typeface="Lexend"/>
              <a:ea typeface="Lexend"/>
              <a:cs typeface="Lexend"/>
              <a:sym typeface="Lexend"/>
            </a:endParaRPr>
          </a:p>
        </p:txBody>
      </p:sp>
      <p:sp>
        <p:nvSpPr>
          <p:cNvPr id="148" name="Google Shape;148;p26"/>
          <p:cNvSpPr/>
          <p:nvPr/>
        </p:nvSpPr>
        <p:spPr>
          <a:xfrm>
            <a:off x="2788920" y="1325880"/>
            <a:ext cx="502920" cy="502920"/>
          </a:xfrm>
          <a:prstGeom prst="roundRect">
            <a:avLst>
              <a:gd fmla="val 18182" name="adj"/>
            </a:avLst>
          </a:prstGeom>
          <a:solidFill>
            <a:srgbClr val="00CAFB"/>
          </a:solidFill>
          <a:ln cap="flat" cmpd="sng" w="9525">
            <a:solidFill>
              <a:srgbClr val="E6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6"/>
          <p:cNvSpPr txBox="1"/>
          <p:nvPr/>
        </p:nvSpPr>
        <p:spPr>
          <a:xfrm>
            <a:off x="3410712" y="1325880"/>
            <a:ext cx="16002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Brand Cyan  </a:t>
            </a:r>
            <a:r>
              <a:rPr b="0" i="0" lang="en" sz="800" u="none" cap="none" strike="noStrike">
                <a:solidFill>
                  <a:srgbClr val="5F5A75"/>
                </a:solidFill>
                <a:latin typeface="Lexend"/>
                <a:ea typeface="Lexend"/>
                <a:cs typeface="Lexend"/>
                <a:sym typeface="Lexend"/>
              </a:rPr>
              <a:t>#00CAFB</a:t>
            </a:r>
            <a:endParaRPr b="0" i="0" sz="8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5F5A75"/>
              </a:buClr>
              <a:buSzPts val="800"/>
              <a:buFont typeface="Lexend"/>
              <a:buNone/>
            </a:pPr>
            <a:r>
              <a:rPr b="0" i="0" lang="en" sz="800" u="none" cap="none" strike="noStrike">
                <a:solidFill>
                  <a:srgbClr val="5F5A75"/>
                </a:solidFill>
                <a:latin typeface="Lexend"/>
                <a:ea typeface="Lexend"/>
                <a:cs typeface="Lexend"/>
                <a:sym typeface="Lexend"/>
              </a:rPr>
              <a:t>Điểm nhấn số liệu tốt; chữ Ink</a:t>
            </a:r>
            <a:endParaRPr b="0" i="0" sz="800" u="none" cap="none" strike="noStrike">
              <a:solidFill>
                <a:schemeClr val="dk1"/>
              </a:solidFill>
              <a:latin typeface="Lexend"/>
              <a:ea typeface="Lexend"/>
              <a:cs typeface="Lexend"/>
              <a:sym typeface="Lexend"/>
            </a:endParaRPr>
          </a:p>
        </p:txBody>
      </p:sp>
      <p:sp>
        <p:nvSpPr>
          <p:cNvPr id="150" name="Google Shape;150;p26"/>
          <p:cNvSpPr/>
          <p:nvPr/>
        </p:nvSpPr>
        <p:spPr>
          <a:xfrm>
            <a:off x="457200" y="2103120"/>
            <a:ext cx="502920" cy="502920"/>
          </a:xfrm>
          <a:prstGeom prst="roundRect">
            <a:avLst>
              <a:gd fmla="val 18182" name="adj"/>
            </a:avLst>
          </a:prstGeom>
          <a:solidFill>
            <a:srgbClr val="9A69FF"/>
          </a:solidFill>
          <a:ln cap="flat" cmpd="sng" w="9525">
            <a:solidFill>
              <a:srgbClr val="E6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6"/>
          <p:cNvSpPr txBox="1"/>
          <p:nvPr/>
        </p:nvSpPr>
        <p:spPr>
          <a:xfrm>
            <a:off x="1078992" y="2103120"/>
            <a:ext cx="16002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Violet  </a:t>
            </a:r>
            <a:r>
              <a:rPr b="0" i="0" lang="en" sz="800" u="none" cap="none" strike="noStrike">
                <a:solidFill>
                  <a:srgbClr val="5F5A75"/>
                </a:solidFill>
                <a:latin typeface="Lexend"/>
                <a:ea typeface="Lexend"/>
                <a:cs typeface="Lexend"/>
                <a:sym typeface="Lexend"/>
              </a:rPr>
              <a:t>#9A69FF</a:t>
            </a:r>
            <a:endParaRPr b="0" i="0" sz="8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5F5A75"/>
              </a:buClr>
              <a:buSzPts val="800"/>
              <a:buFont typeface="Lexend"/>
              <a:buNone/>
            </a:pPr>
            <a:r>
              <a:rPr b="0" i="0" lang="en" sz="800" u="none" cap="none" strike="noStrike">
                <a:solidFill>
                  <a:srgbClr val="5F5A75"/>
                </a:solidFill>
                <a:latin typeface="Lexend"/>
                <a:ea typeface="Lexend"/>
                <a:cs typeface="Lexend"/>
                <a:sym typeface="Lexend"/>
              </a:rPr>
              <a:t>Chuỗi so sánh / số âm; chữ Ink</a:t>
            </a:r>
            <a:endParaRPr b="0" i="0" sz="800" u="none" cap="none" strike="noStrike">
              <a:solidFill>
                <a:schemeClr val="dk1"/>
              </a:solidFill>
              <a:latin typeface="Lexend"/>
              <a:ea typeface="Lexend"/>
              <a:cs typeface="Lexend"/>
              <a:sym typeface="Lexend"/>
            </a:endParaRPr>
          </a:p>
        </p:txBody>
      </p:sp>
      <p:sp>
        <p:nvSpPr>
          <p:cNvPr id="152" name="Google Shape;152;p26"/>
          <p:cNvSpPr/>
          <p:nvPr/>
        </p:nvSpPr>
        <p:spPr>
          <a:xfrm>
            <a:off x="2788920" y="2103120"/>
            <a:ext cx="502920" cy="502920"/>
          </a:xfrm>
          <a:prstGeom prst="roundRect">
            <a:avLst>
              <a:gd fmla="val 18182" name="adj"/>
            </a:avLst>
          </a:prstGeom>
          <a:solidFill>
            <a:srgbClr val="D3CCE6"/>
          </a:solidFill>
          <a:ln cap="flat" cmpd="sng" w="9525">
            <a:solidFill>
              <a:srgbClr val="E6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6"/>
          <p:cNvSpPr txBox="1"/>
          <p:nvPr/>
        </p:nvSpPr>
        <p:spPr>
          <a:xfrm>
            <a:off x="3410712" y="2103120"/>
            <a:ext cx="16002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Xám tím  </a:t>
            </a:r>
            <a:r>
              <a:rPr b="0" i="0" lang="en" sz="800" u="none" cap="none" strike="noStrike">
                <a:solidFill>
                  <a:srgbClr val="5F5A75"/>
                </a:solidFill>
                <a:latin typeface="Lexend"/>
                <a:ea typeface="Lexend"/>
                <a:cs typeface="Lexend"/>
                <a:sym typeface="Lexend"/>
              </a:rPr>
              <a:t>#D3CCE6</a:t>
            </a:r>
            <a:endParaRPr b="0" i="0" sz="8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5F5A75"/>
              </a:buClr>
              <a:buSzPts val="800"/>
              <a:buFont typeface="Lexend"/>
              <a:buNone/>
            </a:pPr>
            <a:r>
              <a:rPr b="0" i="0" lang="en" sz="800" u="none" cap="none" strike="noStrike">
                <a:solidFill>
                  <a:srgbClr val="5F5A75"/>
                </a:solidFill>
                <a:latin typeface="Lexend"/>
                <a:ea typeface="Lexend"/>
                <a:cs typeface="Lexend"/>
                <a:sym typeface="Lexend"/>
              </a:rPr>
              <a:t>Năm cũ, dữ liệu nền</a:t>
            </a:r>
            <a:endParaRPr b="0" i="0" sz="800" u="none" cap="none" strike="noStrike">
              <a:solidFill>
                <a:schemeClr val="dk1"/>
              </a:solidFill>
              <a:latin typeface="Lexend"/>
              <a:ea typeface="Lexend"/>
              <a:cs typeface="Lexend"/>
              <a:sym typeface="Lexend"/>
            </a:endParaRPr>
          </a:p>
        </p:txBody>
      </p:sp>
      <p:sp>
        <p:nvSpPr>
          <p:cNvPr id="154" name="Google Shape;154;p26"/>
          <p:cNvSpPr/>
          <p:nvPr/>
        </p:nvSpPr>
        <p:spPr>
          <a:xfrm>
            <a:off x="457200" y="2880360"/>
            <a:ext cx="502920" cy="502920"/>
          </a:xfrm>
          <a:prstGeom prst="roundRect">
            <a:avLst>
              <a:gd fmla="val 18182" name="adj"/>
            </a:avLst>
          </a:prstGeom>
          <a:solidFill>
            <a:srgbClr val="EFE4FF"/>
          </a:solidFill>
          <a:ln cap="flat" cmpd="sng" w="9525">
            <a:solidFill>
              <a:srgbClr val="E6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6"/>
          <p:cNvSpPr txBox="1"/>
          <p:nvPr/>
        </p:nvSpPr>
        <p:spPr>
          <a:xfrm>
            <a:off x="1078992" y="2880360"/>
            <a:ext cx="16002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Lavender  </a:t>
            </a:r>
            <a:r>
              <a:rPr b="0" i="0" lang="en" sz="800" u="none" cap="none" strike="noStrike">
                <a:solidFill>
                  <a:srgbClr val="5F5A75"/>
                </a:solidFill>
                <a:latin typeface="Lexend"/>
                <a:ea typeface="Lexend"/>
                <a:cs typeface="Lexend"/>
                <a:sym typeface="Lexend"/>
              </a:rPr>
              <a:t>#EFE4FF</a:t>
            </a:r>
            <a:endParaRPr b="0" i="0" sz="8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5F5A75"/>
              </a:buClr>
              <a:buSzPts val="800"/>
              <a:buFont typeface="Lexend"/>
              <a:buNone/>
            </a:pPr>
            <a:r>
              <a:rPr b="0" i="0" lang="en" sz="800" u="none" cap="none" strike="noStrike">
                <a:solidFill>
                  <a:srgbClr val="5F5A75"/>
                </a:solidFill>
                <a:latin typeface="Lexend"/>
                <a:ea typeface="Lexend"/>
                <a:cs typeface="Lexend"/>
                <a:sym typeface="Lexend"/>
              </a:rPr>
              <a:t>Nền thẻ, cột Nhận định</a:t>
            </a:r>
            <a:endParaRPr b="0" i="0" sz="800" u="none" cap="none" strike="noStrike">
              <a:solidFill>
                <a:schemeClr val="dk1"/>
              </a:solidFill>
              <a:latin typeface="Lexend"/>
              <a:ea typeface="Lexend"/>
              <a:cs typeface="Lexend"/>
              <a:sym typeface="Lexend"/>
            </a:endParaRPr>
          </a:p>
        </p:txBody>
      </p:sp>
      <p:sp>
        <p:nvSpPr>
          <p:cNvPr id="156" name="Google Shape;156;p26"/>
          <p:cNvSpPr/>
          <p:nvPr/>
        </p:nvSpPr>
        <p:spPr>
          <a:xfrm>
            <a:off x="2788920" y="2880360"/>
            <a:ext cx="502920" cy="502920"/>
          </a:xfrm>
          <a:prstGeom prst="roundRect">
            <a:avLst>
              <a:gd fmla="val 18182" name="adj"/>
            </a:avLst>
          </a:prstGeom>
          <a:solidFill>
            <a:srgbClr val="D2FCFF"/>
          </a:solidFill>
          <a:ln cap="flat" cmpd="sng" w="9525">
            <a:solidFill>
              <a:srgbClr val="E6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6"/>
          <p:cNvSpPr txBox="1"/>
          <p:nvPr/>
        </p:nvSpPr>
        <p:spPr>
          <a:xfrm>
            <a:off x="3410712" y="2880360"/>
            <a:ext cx="16002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Cyan Light  </a:t>
            </a:r>
            <a:r>
              <a:rPr b="0" i="0" lang="en" sz="800" u="none" cap="none" strike="noStrike">
                <a:solidFill>
                  <a:srgbClr val="5F5A75"/>
                </a:solidFill>
                <a:latin typeface="Lexend"/>
                <a:ea typeface="Lexend"/>
                <a:cs typeface="Lexend"/>
                <a:sym typeface="Lexend"/>
              </a:rPr>
              <a:t>#D2FCFF</a:t>
            </a:r>
            <a:endParaRPr b="0" i="0" sz="8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5F5A75"/>
              </a:buClr>
              <a:buSzPts val="800"/>
              <a:buFont typeface="Lexend"/>
              <a:buNone/>
            </a:pPr>
            <a:r>
              <a:rPr b="0" i="0" lang="en" sz="800" u="none" cap="none" strike="noStrike">
                <a:solidFill>
                  <a:srgbClr val="5F5A75"/>
                </a:solidFill>
                <a:latin typeface="Lexend"/>
                <a:ea typeface="Lexend"/>
                <a:cs typeface="Lexend"/>
                <a:sym typeface="Lexend"/>
              </a:rPr>
              <a:t>Nền thẻ phụ</a:t>
            </a:r>
            <a:endParaRPr b="0" i="0" sz="800" u="none" cap="none" strike="noStrike">
              <a:solidFill>
                <a:schemeClr val="dk1"/>
              </a:solidFill>
              <a:latin typeface="Lexend"/>
              <a:ea typeface="Lexend"/>
              <a:cs typeface="Lexend"/>
              <a:sym typeface="Lexend"/>
            </a:endParaRPr>
          </a:p>
        </p:txBody>
      </p:sp>
      <p:sp>
        <p:nvSpPr>
          <p:cNvPr id="158" name="Google Shape;158;p26"/>
          <p:cNvSpPr/>
          <p:nvPr/>
        </p:nvSpPr>
        <p:spPr>
          <a:xfrm>
            <a:off x="457200" y="3657600"/>
            <a:ext cx="502920" cy="502920"/>
          </a:xfrm>
          <a:prstGeom prst="roundRect">
            <a:avLst>
              <a:gd fmla="val 18182" name="adj"/>
            </a:avLst>
          </a:prstGeom>
          <a:solidFill>
            <a:srgbClr val="1B1530"/>
          </a:solidFill>
          <a:ln cap="flat" cmpd="sng" w="9525">
            <a:solidFill>
              <a:srgbClr val="E6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6"/>
          <p:cNvSpPr txBox="1"/>
          <p:nvPr/>
        </p:nvSpPr>
        <p:spPr>
          <a:xfrm>
            <a:off x="1078992" y="3657600"/>
            <a:ext cx="16002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Ink  </a:t>
            </a:r>
            <a:r>
              <a:rPr b="0" i="0" lang="en" sz="800" u="none" cap="none" strike="noStrike">
                <a:solidFill>
                  <a:srgbClr val="5F5A75"/>
                </a:solidFill>
                <a:latin typeface="Lexend"/>
                <a:ea typeface="Lexend"/>
                <a:cs typeface="Lexend"/>
                <a:sym typeface="Lexend"/>
              </a:rPr>
              <a:t>#1B1530</a:t>
            </a:r>
            <a:endParaRPr b="0" i="0" sz="8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5F5A75"/>
              </a:buClr>
              <a:buSzPts val="800"/>
              <a:buFont typeface="Lexend"/>
              <a:buNone/>
            </a:pPr>
            <a:r>
              <a:rPr b="0" i="0" lang="en" sz="800" u="none" cap="none" strike="noStrike">
                <a:solidFill>
                  <a:srgbClr val="5F5A75"/>
                </a:solidFill>
                <a:latin typeface="Lexend"/>
                <a:ea typeface="Lexend"/>
                <a:cs typeface="Lexend"/>
                <a:sym typeface="Lexend"/>
              </a:rPr>
              <a:t>Chữ nội dung</a:t>
            </a:r>
            <a:endParaRPr b="0" i="0" sz="800" u="none" cap="none" strike="noStrike">
              <a:solidFill>
                <a:schemeClr val="dk1"/>
              </a:solidFill>
              <a:latin typeface="Lexend"/>
              <a:ea typeface="Lexend"/>
              <a:cs typeface="Lexend"/>
              <a:sym typeface="Lexend"/>
            </a:endParaRPr>
          </a:p>
        </p:txBody>
      </p:sp>
      <p:sp>
        <p:nvSpPr>
          <p:cNvPr id="160" name="Google Shape;160;p26"/>
          <p:cNvSpPr/>
          <p:nvPr/>
        </p:nvSpPr>
        <p:spPr>
          <a:xfrm>
            <a:off x="2788920" y="3657600"/>
            <a:ext cx="502920" cy="502920"/>
          </a:xfrm>
          <a:prstGeom prst="roundRect">
            <a:avLst>
              <a:gd fmla="val 18182" name="adj"/>
            </a:avLst>
          </a:prstGeom>
          <a:solidFill>
            <a:srgbClr val="5F5A75"/>
          </a:solidFill>
          <a:ln cap="flat" cmpd="sng" w="9525">
            <a:solidFill>
              <a:srgbClr val="E6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6"/>
          <p:cNvSpPr txBox="1"/>
          <p:nvPr/>
        </p:nvSpPr>
        <p:spPr>
          <a:xfrm>
            <a:off x="3410712" y="3657600"/>
            <a:ext cx="16002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Grey  </a:t>
            </a:r>
            <a:r>
              <a:rPr b="0" i="0" lang="en" sz="800" u="none" cap="none" strike="noStrike">
                <a:solidFill>
                  <a:srgbClr val="5F5A75"/>
                </a:solidFill>
                <a:latin typeface="Lexend"/>
                <a:ea typeface="Lexend"/>
                <a:cs typeface="Lexend"/>
                <a:sym typeface="Lexend"/>
              </a:rPr>
              <a:t>#5F5A75</a:t>
            </a:r>
            <a:endParaRPr b="0" i="0" sz="8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5F5A75"/>
              </a:buClr>
              <a:buSzPts val="800"/>
              <a:buFont typeface="Lexend"/>
              <a:buNone/>
            </a:pPr>
            <a:r>
              <a:rPr b="0" i="0" lang="en" sz="800" u="none" cap="none" strike="noStrike">
                <a:solidFill>
                  <a:srgbClr val="5F5A75"/>
                </a:solidFill>
                <a:latin typeface="Lexend"/>
                <a:ea typeface="Lexend"/>
                <a:cs typeface="Lexend"/>
                <a:sym typeface="Lexend"/>
              </a:rPr>
              <a:t>Chú thích, nguồn</a:t>
            </a:r>
            <a:endParaRPr b="0" i="0" sz="800" u="none" cap="none" strike="noStrike">
              <a:solidFill>
                <a:schemeClr val="dk1"/>
              </a:solidFill>
              <a:latin typeface="Lexend"/>
              <a:ea typeface="Lexend"/>
              <a:cs typeface="Lexend"/>
              <a:sym typeface="Lexend"/>
            </a:endParaRPr>
          </a:p>
        </p:txBody>
      </p:sp>
      <p:sp>
        <p:nvSpPr>
          <p:cNvPr id="162" name="Google Shape;162;p26"/>
          <p:cNvSpPr/>
          <p:nvPr/>
        </p:nvSpPr>
        <p:spPr>
          <a:xfrm>
            <a:off x="5257800" y="1325880"/>
            <a:ext cx="3429000" cy="3200400"/>
          </a:xfrm>
          <a:prstGeom prst="roundRect">
            <a:avLst>
              <a:gd fmla="val 5714"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6"/>
          <p:cNvSpPr txBox="1"/>
          <p:nvPr/>
        </p:nvSpPr>
        <p:spPr>
          <a:xfrm>
            <a:off x="5440680" y="1463040"/>
            <a:ext cx="310896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1100"/>
              <a:buFont typeface="Lexend"/>
              <a:buNone/>
            </a:pPr>
            <a:r>
              <a:rPr b="1" i="0" lang="en" sz="1100" u="none" cap="none" strike="noStrike">
                <a:solidFill>
                  <a:srgbClr val="401F99"/>
                </a:solidFill>
                <a:latin typeface="Lexend"/>
                <a:ea typeface="Lexend"/>
                <a:cs typeface="Lexend"/>
                <a:sym typeface="Lexend"/>
              </a:rPr>
              <a:t>Chữ</a:t>
            </a:r>
            <a:endParaRPr b="0" i="0" sz="800" u="none" cap="none" strike="noStrike">
              <a:solidFill>
                <a:schemeClr val="dk1"/>
              </a:solidFill>
              <a:latin typeface="Lexend"/>
              <a:ea typeface="Lexend"/>
              <a:cs typeface="Lexend"/>
              <a:sym typeface="Lexend"/>
            </a:endParaRPr>
          </a:p>
          <a:p>
            <a:pPr indent="0" lvl="0" marL="0" marR="0" rtl="0" algn="l">
              <a:spcBef>
                <a:spcPts val="200"/>
              </a:spcBef>
              <a:spcAft>
                <a:spcPts val="0"/>
              </a:spcAft>
              <a:buClr>
                <a:srgbClr val="1B1530"/>
              </a:buClr>
              <a:buSzPts val="800"/>
              <a:buFont typeface="Lexend"/>
              <a:buNone/>
            </a:pPr>
            <a:r>
              <a:rPr b="0" i="0" lang="en" sz="800" u="none" cap="none" strike="noStrike">
                <a:solidFill>
                  <a:srgbClr val="1B1530"/>
                </a:solidFill>
                <a:latin typeface="Lexend"/>
                <a:ea typeface="Lexend"/>
                <a:cs typeface="Lexend"/>
                <a:sym typeface="Lexend"/>
              </a:rPr>
              <a:t>Lexend cho mọi chữ: tiêu đề 19 Bold, số lớn 18–34 Bold, chữ trong thẻ 8.5–10, slide chữ ≥ 11, nguồn 6.5. Oooh Baby chỉ cho câu nhấn ≤ 8 từ trên bìa / mở phần.</a:t>
            </a:r>
            <a:endParaRPr b="0" i="0" sz="800" u="none" cap="none" strike="noStrike">
              <a:solidFill>
                <a:schemeClr val="dk1"/>
              </a:solidFill>
              <a:latin typeface="Lexend"/>
              <a:ea typeface="Lexend"/>
              <a:cs typeface="Lexend"/>
              <a:sym typeface="Lexend"/>
            </a:endParaRPr>
          </a:p>
          <a:p>
            <a:pPr indent="0" lvl="0" marL="0" marR="0" rtl="0" algn="l">
              <a:spcBef>
                <a:spcPts val="200"/>
              </a:spcBef>
              <a:spcAft>
                <a:spcPts val="0"/>
              </a:spcAft>
              <a:buClr>
                <a:srgbClr val="1B1530"/>
              </a:buClr>
              <a:buSzPts val="400"/>
              <a:buFont typeface="Lexend"/>
              <a:buNone/>
            </a:pPr>
            <a:r>
              <a:rPr b="0" i="0" lang="en" sz="400" u="none" cap="none" strike="noStrike">
                <a:solidFill>
                  <a:srgbClr val="1B1530"/>
                </a:solidFill>
                <a:latin typeface="Lexend"/>
                <a:ea typeface="Lexend"/>
                <a:cs typeface="Lexend"/>
                <a:sym typeface="Lexend"/>
              </a:rPr>
              <a:t> </a:t>
            </a:r>
            <a:endParaRPr b="0" i="0" sz="800" u="none" cap="none" strike="noStrike">
              <a:solidFill>
                <a:schemeClr val="dk1"/>
              </a:solidFill>
              <a:latin typeface="Lexend"/>
              <a:ea typeface="Lexend"/>
              <a:cs typeface="Lexend"/>
              <a:sym typeface="Lexend"/>
            </a:endParaRPr>
          </a:p>
          <a:p>
            <a:pPr indent="0" lvl="0" marL="0" marR="0" rtl="0" algn="l">
              <a:spcBef>
                <a:spcPts val="200"/>
              </a:spcBef>
              <a:spcAft>
                <a:spcPts val="0"/>
              </a:spcAft>
              <a:buClr>
                <a:srgbClr val="401F99"/>
              </a:buClr>
              <a:buSzPts val="1100"/>
              <a:buFont typeface="Lexend"/>
              <a:buNone/>
            </a:pPr>
            <a:r>
              <a:rPr b="1" i="0" lang="en" sz="1100" u="none" cap="none" strike="noStrike">
                <a:solidFill>
                  <a:srgbClr val="401F99"/>
                </a:solidFill>
                <a:latin typeface="Lexend"/>
                <a:ea typeface="Lexend"/>
                <a:cs typeface="Lexend"/>
                <a:sym typeface="Lexend"/>
              </a:rPr>
              <a:t>Quy tắc</a:t>
            </a:r>
            <a:endParaRPr b="0" i="0" sz="800" u="none" cap="none" strike="noStrike">
              <a:solidFill>
                <a:schemeClr val="dk1"/>
              </a:solidFill>
              <a:latin typeface="Lexend"/>
              <a:ea typeface="Lexend"/>
              <a:cs typeface="Lexend"/>
              <a:sym typeface="Lexend"/>
            </a:endParaRPr>
          </a:p>
          <a:p>
            <a:pPr indent="-342900" lvl="0" marL="342900" marR="0" rtl="0" algn="l">
              <a:spcBef>
                <a:spcPts val="200"/>
              </a:spcBef>
              <a:spcAft>
                <a:spcPts val="0"/>
              </a:spcAft>
              <a:buClr>
                <a:srgbClr val="1B1530"/>
              </a:buClr>
              <a:buSzPts val="800"/>
              <a:buFont typeface="Lexend"/>
              <a:buChar char="•"/>
            </a:pPr>
            <a:r>
              <a:rPr b="0" i="0" lang="en" sz="800" u="none" cap="none" strike="noStrike">
                <a:solidFill>
                  <a:srgbClr val="1B1530"/>
                </a:solidFill>
                <a:latin typeface="Lexend"/>
                <a:ea typeface="Lexend"/>
                <a:cs typeface="Lexend"/>
                <a:sym typeface="Lexend"/>
              </a:rPr>
              <a:t>Tiêu đề = kết luận của slide; dòng nhỏ phía trên ghi “số phần · chủ đề”.</a:t>
            </a:r>
            <a:endParaRPr b="0" i="0" sz="800" u="none" cap="none" strike="noStrike">
              <a:solidFill>
                <a:schemeClr val="dk1"/>
              </a:solidFill>
              <a:latin typeface="Lexend"/>
              <a:ea typeface="Lexend"/>
              <a:cs typeface="Lexend"/>
              <a:sym typeface="Lexend"/>
            </a:endParaRPr>
          </a:p>
          <a:p>
            <a:pPr indent="-342900" lvl="0" marL="342900" marR="0" rtl="0" algn="l">
              <a:spcBef>
                <a:spcPts val="200"/>
              </a:spcBef>
              <a:spcAft>
                <a:spcPts val="0"/>
              </a:spcAft>
              <a:buClr>
                <a:srgbClr val="1B1530"/>
              </a:buClr>
              <a:buSzPts val="800"/>
              <a:buFont typeface="Lexend"/>
              <a:buChar char="•"/>
            </a:pPr>
            <a:r>
              <a:rPr b="0" i="0" lang="en" sz="800" u="none" cap="none" strike="noStrike">
                <a:solidFill>
                  <a:srgbClr val="1B1530"/>
                </a:solidFill>
                <a:latin typeface="Lexend"/>
                <a:ea typeface="Lexend"/>
                <a:cs typeface="Lexend"/>
                <a:sym typeface="Lexend"/>
              </a:rPr>
              <a:t>Cột tím nhạt bên phải là “Nhận định”: 1 số lớn + 1–2 ý giải thích.</a:t>
            </a:r>
            <a:endParaRPr b="0" i="0" sz="800" u="none" cap="none" strike="noStrike">
              <a:solidFill>
                <a:schemeClr val="dk1"/>
              </a:solidFill>
              <a:latin typeface="Lexend"/>
              <a:ea typeface="Lexend"/>
              <a:cs typeface="Lexend"/>
              <a:sym typeface="Lexend"/>
            </a:endParaRPr>
          </a:p>
          <a:p>
            <a:pPr indent="-342900" lvl="0" marL="342900" marR="0" rtl="0" algn="l">
              <a:spcBef>
                <a:spcPts val="200"/>
              </a:spcBef>
              <a:spcAft>
                <a:spcPts val="0"/>
              </a:spcAft>
              <a:buClr>
                <a:srgbClr val="1B1530"/>
              </a:buClr>
              <a:buSzPts val="800"/>
              <a:buFont typeface="Lexend"/>
              <a:buChar char="•"/>
            </a:pPr>
            <a:r>
              <a:rPr b="0" i="0" lang="en" sz="800" u="none" cap="none" strike="noStrike">
                <a:solidFill>
                  <a:srgbClr val="1B1530"/>
                </a:solidFill>
                <a:latin typeface="Lexend"/>
                <a:ea typeface="Lexend"/>
                <a:cs typeface="Lexend"/>
                <a:sym typeface="Lexend"/>
              </a:rPr>
              <a:t>Chữ trên Cyan / Lavender dùng Ink hoặc Purple; trên Violet dùng Ink.</a:t>
            </a:r>
            <a:endParaRPr b="0" i="0" sz="800" u="none" cap="none" strike="noStrike">
              <a:solidFill>
                <a:schemeClr val="dk1"/>
              </a:solidFill>
              <a:latin typeface="Lexend"/>
              <a:ea typeface="Lexend"/>
              <a:cs typeface="Lexend"/>
              <a:sym typeface="Lexend"/>
            </a:endParaRPr>
          </a:p>
          <a:p>
            <a:pPr indent="-342900" lvl="0" marL="342900" marR="0" rtl="0" algn="l">
              <a:spcBef>
                <a:spcPts val="200"/>
              </a:spcBef>
              <a:spcAft>
                <a:spcPts val="0"/>
              </a:spcAft>
              <a:buClr>
                <a:srgbClr val="1B1530"/>
              </a:buClr>
              <a:buSzPts val="800"/>
              <a:buFont typeface="Lexend"/>
              <a:buChar char="•"/>
            </a:pPr>
            <a:r>
              <a:rPr b="0" i="0" lang="en" sz="800" u="none" cap="none" strike="noStrike">
                <a:solidFill>
                  <a:srgbClr val="1B1530"/>
                </a:solidFill>
                <a:latin typeface="Lexend"/>
                <a:ea typeface="Lexend"/>
                <a:cs typeface="Lexend"/>
                <a:sym typeface="Lexend"/>
              </a:rPr>
              <a:t>Luôn ghi nguồn ở chân slide; logo nằm sẵn dưới trái.</a:t>
            </a:r>
            <a:endParaRPr b="0" i="0" sz="800" u="none" cap="none" strike="noStrike">
              <a:solidFill>
                <a:schemeClr val="dk1"/>
              </a:solidFill>
              <a:latin typeface="Lexend"/>
              <a:ea typeface="Lexend"/>
              <a:cs typeface="Lexend"/>
              <a:sym typeface="Lexend"/>
            </a:endParaRPr>
          </a:p>
          <a:p>
            <a:pPr indent="-342900" lvl="0" marL="342900" marR="0" rtl="0" algn="l">
              <a:spcBef>
                <a:spcPts val="200"/>
              </a:spcBef>
              <a:spcAft>
                <a:spcPts val="0"/>
              </a:spcAft>
              <a:buClr>
                <a:srgbClr val="1B1530"/>
              </a:buClr>
              <a:buSzPts val="800"/>
              <a:buFont typeface="Lexend"/>
              <a:buChar char="•"/>
            </a:pPr>
            <a:r>
              <a:rPr b="0" i="0" lang="en" sz="800" u="none" cap="none" strike="noStrike">
                <a:solidFill>
                  <a:srgbClr val="1B1530"/>
                </a:solidFill>
                <a:latin typeface="Lexend"/>
                <a:ea typeface="Lexend"/>
                <a:cs typeface="Lexend"/>
                <a:sym typeface="Lexend"/>
              </a:rPr>
              <a:t>Biểu đồ: số liệu ở file Vieclam24h-Bieu-do-mau (Google Sheets) → Chèn → Biểu đồ → Từ Trang tính, giữ liên kết.</a:t>
            </a:r>
            <a:endParaRPr b="0" i="0" sz="800" u="none" cap="none" strike="noStrike">
              <a:solidFill>
                <a:schemeClr val="dk1"/>
              </a:solidFill>
              <a:latin typeface="Lexend"/>
              <a:ea typeface="Lexend"/>
              <a:cs typeface="Lexend"/>
              <a:sym typeface="Lexend"/>
            </a:endParaRPr>
          </a:p>
          <a:p>
            <a:pPr indent="-342900" lvl="0" marL="342900" marR="0" rtl="0" algn="l">
              <a:spcBef>
                <a:spcPts val="200"/>
              </a:spcBef>
              <a:spcAft>
                <a:spcPts val="0"/>
              </a:spcAft>
              <a:buClr>
                <a:srgbClr val="1B1530"/>
              </a:buClr>
              <a:buSzPts val="800"/>
              <a:buFont typeface="Lexend"/>
              <a:buChar char="•"/>
            </a:pPr>
            <a:r>
              <a:rPr b="0" i="0" lang="en" sz="800" u="none" cap="none" strike="noStrike">
                <a:solidFill>
                  <a:srgbClr val="1B1530"/>
                </a:solidFill>
                <a:latin typeface="Lexend"/>
                <a:ea typeface="Lexend"/>
                <a:cs typeface="Lexend"/>
                <a:sym typeface="Lexend"/>
              </a:rPr>
              <a:t>Slide mới: Bố cục → Vieclam24h Chữ, Hai cột, Ảnh + chữ, Câu nói lớn, Kết. Dạng khác: nhân bản slide mẫu.</a:t>
            </a:r>
            <a:endParaRPr b="0" i="0" sz="800" u="none" cap="none" strike="noStrike">
              <a:solidFill>
                <a:schemeClr val="dk1"/>
              </a:solidFill>
              <a:latin typeface="Lexend"/>
              <a:ea typeface="Lexend"/>
              <a:cs typeface="Lexend"/>
              <a:sym typeface="Lexend"/>
            </a:endParaRPr>
          </a:p>
          <a:p>
            <a:pPr indent="-342900" lvl="0" marL="342900" marR="0" rtl="0" algn="l">
              <a:spcBef>
                <a:spcPts val="200"/>
              </a:spcBef>
              <a:spcAft>
                <a:spcPts val="0"/>
              </a:spcAft>
              <a:buClr>
                <a:srgbClr val="1B1530"/>
              </a:buClr>
              <a:buSzPts val="800"/>
              <a:buFont typeface="Lexend"/>
              <a:buChar char="•"/>
            </a:pPr>
            <a:r>
              <a:rPr b="0" i="0" lang="en" sz="800" u="none" cap="none" strike="noStrike">
                <a:solidFill>
                  <a:srgbClr val="1B1530"/>
                </a:solidFill>
                <a:latin typeface="Lexend"/>
                <a:ea typeface="Lexend"/>
                <a:cs typeface="Lexend"/>
                <a:sym typeface="Lexend"/>
              </a:rPr>
              <a:t>Thay ảnh: chuột phải → Thay hình ảnh.</a:t>
            </a:r>
            <a:endParaRPr b="0" i="0" sz="800" u="none" cap="none" strike="noStrike">
              <a:solidFill>
                <a:schemeClr val="dk1"/>
              </a:solidFill>
              <a:latin typeface="Lexend"/>
              <a:ea typeface="Lexend"/>
              <a:cs typeface="Lexend"/>
              <a:sym typeface="Lexend"/>
            </a:endParaRPr>
          </a:p>
        </p:txBody>
      </p:sp>
      <p:sp>
        <p:nvSpPr>
          <p:cNvPr id="164" name="Google Shape;164;p26"/>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7"/>
          <p:cNvPicPr preferRelativeResize="0"/>
          <p:nvPr/>
        </p:nvPicPr>
        <p:blipFill rotWithShape="1">
          <a:blip r:embed="rId3">
            <a:alphaModFix/>
          </a:blip>
          <a:srcRect b="13796" l="12269" r="20058" t="2543"/>
          <a:stretch/>
        </p:blipFill>
        <p:spPr>
          <a:xfrm flipH="1">
            <a:off x="6238976" y="0"/>
            <a:ext cx="2905024" cy="5143501"/>
          </a:xfrm>
          <a:prstGeom prst="rect">
            <a:avLst/>
          </a:prstGeom>
          <a:noFill/>
          <a:ln>
            <a:noFill/>
          </a:ln>
        </p:spPr>
      </p:pic>
      <p:sp>
        <p:nvSpPr>
          <p:cNvPr id="171" name="Google Shape;171;p27"/>
          <p:cNvSpPr txBox="1"/>
          <p:nvPr>
            <p:ph idx="2" type="body"/>
          </p:nvPr>
        </p:nvSpPr>
        <p:spPr>
          <a:xfrm>
            <a:off x="621792" y="301752"/>
            <a:ext cx="5394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MỞ ĐẦU</a:t>
            </a:r>
            <a:endParaRPr sz="800"/>
          </a:p>
        </p:txBody>
      </p:sp>
      <p:sp>
        <p:nvSpPr>
          <p:cNvPr id="172" name="Google Shape;172;p27"/>
          <p:cNvSpPr txBox="1"/>
          <p:nvPr>
            <p:ph type="title"/>
          </p:nvPr>
        </p:nvSpPr>
        <p:spPr>
          <a:xfrm>
            <a:off x="457200" y="603504"/>
            <a:ext cx="54864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Một câu tóm tắt kết luận lớn nhất của báo cáo</a:t>
            </a:r>
            <a:endParaRPr sz="1900"/>
          </a:p>
        </p:txBody>
      </p:sp>
      <p:sp>
        <p:nvSpPr>
          <p:cNvPr id="173" name="Google Shape;173;p27"/>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Vieclam24h.</a:t>
            </a:r>
            <a:endParaRPr sz="650"/>
          </a:p>
        </p:txBody>
      </p:sp>
      <p:sp>
        <p:nvSpPr>
          <p:cNvPr id="174" name="Google Shape;174;p27"/>
          <p:cNvSpPr txBox="1"/>
          <p:nvPr/>
        </p:nvSpPr>
        <p:spPr>
          <a:xfrm>
            <a:off x="457200" y="1417320"/>
            <a:ext cx="5440680" cy="18288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Đoạn bối cảnh: 2–3 câu về kinh tế – lao động của kỳ báo cáo, có số liệu cụ thể.</a:t>
            </a:r>
            <a:endParaRPr b="0" i="0" sz="950" u="none" cap="none" strike="noStrike">
              <a:solidFill>
                <a:schemeClr val="dk1"/>
              </a:solidFill>
              <a:latin typeface="Lexend"/>
              <a:ea typeface="Lexend"/>
              <a:cs typeface="Lexend"/>
              <a:sym typeface="Lexend"/>
            </a:endParaRPr>
          </a:p>
          <a:p>
            <a:pPr indent="0" lvl="0" marL="0" marR="0" rtl="0" algn="l">
              <a:lnSpc>
                <a:spcPct val="110000"/>
              </a:lnSpc>
              <a:spcBef>
                <a:spcPts val="80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Đoạn mục đích: báo cáo trả lời những câu hỏi nào cho người tìm việc và doanh nghiệp.</a:t>
            </a:r>
            <a:endParaRPr b="0" i="0" sz="950" u="none" cap="none" strike="noStrike">
              <a:solidFill>
                <a:schemeClr val="dk1"/>
              </a:solidFill>
              <a:latin typeface="Lexend"/>
              <a:ea typeface="Lexend"/>
              <a:cs typeface="Lexend"/>
              <a:sym typeface="Lexend"/>
            </a:endParaRPr>
          </a:p>
        </p:txBody>
      </p:sp>
      <p:sp>
        <p:nvSpPr>
          <p:cNvPr id="175" name="Google Shape;175;p27"/>
          <p:cNvSpPr/>
          <p:nvPr/>
        </p:nvSpPr>
        <p:spPr>
          <a:xfrm>
            <a:off x="457200" y="3383280"/>
            <a:ext cx="5440680" cy="1097280"/>
          </a:xfrm>
          <a:prstGeom prst="roundRect">
            <a:avLst>
              <a:gd fmla="val 11667"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doc.png" id="176" name="Google Shape;176;p27"/>
          <p:cNvPicPr preferRelativeResize="0"/>
          <p:nvPr/>
        </p:nvPicPr>
        <p:blipFill rotWithShape="1">
          <a:blip r:embed="rId4">
            <a:alphaModFix/>
          </a:blip>
          <a:srcRect b="0" l="0" r="0" t="0"/>
          <a:stretch/>
        </p:blipFill>
        <p:spPr>
          <a:xfrm>
            <a:off x="658368" y="3566160"/>
            <a:ext cx="237744" cy="237744"/>
          </a:xfrm>
          <a:prstGeom prst="rect">
            <a:avLst/>
          </a:prstGeom>
          <a:noFill/>
          <a:ln>
            <a:noFill/>
          </a:ln>
        </p:spPr>
      </p:pic>
      <p:sp>
        <p:nvSpPr>
          <p:cNvPr id="177" name="Google Shape;177;p27"/>
          <p:cNvSpPr txBox="1"/>
          <p:nvPr/>
        </p:nvSpPr>
        <p:spPr>
          <a:xfrm>
            <a:off x="658368" y="3886200"/>
            <a:ext cx="1600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750"/>
              <a:buFont typeface="Lexend"/>
              <a:buNone/>
            </a:pPr>
            <a:r>
              <a:rPr b="1" i="0" lang="en" sz="750" u="none" cap="none" strike="noStrike">
                <a:solidFill>
                  <a:srgbClr val="FFFFFF"/>
                </a:solidFill>
                <a:latin typeface="Lexend"/>
                <a:ea typeface="Lexend"/>
                <a:cs typeface="Lexend"/>
                <a:sym typeface="Lexend"/>
              </a:rPr>
              <a:t>NGUỒN DỮ LIỆU</a:t>
            </a:r>
            <a:endParaRPr b="0" i="0" sz="10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FFFFFF"/>
              </a:buClr>
              <a:buSzPts val="800"/>
              <a:buFont typeface="Lexend"/>
              <a:buNone/>
            </a:pPr>
            <a:r>
              <a:rPr b="0" i="0" lang="en" sz="800" u="none" cap="none" strike="noStrike">
                <a:solidFill>
                  <a:srgbClr val="FFFFFF"/>
                </a:solidFill>
                <a:latin typeface="Lexend"/>
                <a:ea typeface="Lexend"/>
                <a:cs typeface="Lexend"/>
                <a:sym typeface="Lexend"/>
              </a:rPr>
              <a:t>Nguồn và ngày cập nhật</a:t>
            </a:r>
            <a:endParaRPr b="0" i="0" sz="1000" u="none" cap="none" strike="noStrike">
              <a:solidFill>
                <a:schemeClr val="dk1"/>
              </a:solidFill>
              <a:latin typeface="Lexend"/>
              <a:ea typeface="Lexend"/>
              <a:cs typeface="Lexend"/>
              <a:sym typeface="Lexend"/>
            </a:endParaRPr>
          </a:p>
        </p:txBody>
      </p:sp>
      <p:pic>
        <p:nvPicPr>
          <p:cNvPr descr="/home/claude/deck/v2/img/i-clock.png" id="178" name="Google Shape;178;p27"/>
          <p:cNvPicPr preferRelativeResize="0"/>
          <p:nvPr/>
        </p:nvPicPr>
        <p:blipFill rotWithShape="1">
          <a:blip r:embed="rId5">
            <a:alphaModFix/>
          </a:blip>
          <a:srcRect b="0" l="0" r="0" t="0"/>
          <a:stretch/>
        </p:blipFill>
        <p:spPr>
          <a:xfrm>
            <a:off x="2441448" y="3566160"/>
            <a:ext cx="237744" cy="237744"/>
          </a:xfrm>
          <a:prstGeom prst="rect">
            <a:avLst/>
          </a:prstGeom>
          <a:noFill/>
          <a:ln>
            <a:noFill/>
          </a:ln>
        </p:spPr>
      </p:pic>
      <p:sp>
        <p:nvSpPr>
          <p:cNvPr id="179" name="Google Shape;179;p27"/>
          <p:cNvSpPr txBox="1"/>
          <p:nvPr/>
        </p:nvSpPr>
        <p:spPr>
          <a:xfrm>
            <a:off x="2441448" y="3886200"/>
            <a:ext cx="1600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750"/>
              <a:buFont typeface="Lexend"/>
              <a:buNone/>
            </a:pPr>
            <a:r>
              <a:rPr b="1" i="0" lang="en" sz="750" u="none" cap="none" strike="noStrike">
                <a:solidFill>
                  <a:srgbClr val="FFFFFF"/>
                </a:solidFill>
                <a:latin typeface="Lexend"/>
                <a:ea typeface="Lexend"/>
                <a:cs typeface="Lexend"/>
                <a:sym typeface="Lexend"/>
              </a:rPr>
              <a:t>KỲ PHÂN TÍCH</a:t>
            </a:r>
            <a:endParaRPr b="0" i="0" sz="10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FFFFFF"/>
              </a:buClr>
              <a:buSzPts val="800"/>
              <a:buFont typeface="Lexend"/>
              <a:buNone/>
            </a:pPr>
            <a:r>
              <a:rPr b="0" i="0" lang="en" sz="800" u="none" cap="none" strike="noStrike">
                <a:solidFill>
                  <a:srgbClr val="FFFFFF"/>
                </a:solidFill>
                <a:latin typeface="Lexend"/>
                <a:ea typeface="Lexend"/>
                <a:cs typeface="Lexend"/>
                <a:sym typeface="Lexend"/>
              </a:rPr>
              <a:t>Tháng … – … so với cùng kỳ</a:t>
            </a:r>
            <a:endParaRPr b="0" i="0" sz="1000" u="none" cap="none" strike="noStrike">
              <a:solidFill>
                <a:schemeClr val="dk1"/>
              </a:solidFill>
              <a:latin typeface="Lexend"/>
              <a:ea typeface="Lexend"/>
              <a:cs typeface="Lexend"/>
              <a:sym typeface="Lexend"/>
            </a:endParaRPr>
          </a:p>
        </p:txBody>
      </p:sp>
      <p:pic>
        <p:nvPicPr>
          <p:cNvPr descr="/home/claude/deck/v2/img/i-map.png" id="180" name="Google Shape;180;p27"/>
          <p:cNvPicPr preferRelativeResize="0"/>
          <p:nvPr/>
        </p:nvPicPr>
        <p:blipFill rotWithShape="1">
          <a:blip r:embed="rId6">
            <a:alphaModFix/>
          </a:blip>
          <a:srcRect b="0" l="0" r="0" t="0"/>
          <a:stretch/>
        </p:blipFill>
        <p:spPr>
          <a:xfrm>
            <a:off x="4224528" y="3566160"/>
            <a:ext cx="237744" cy="237744"/>
          </a:xfrm>
          <a:prstGeom prst="rect">
            <a:avLst/>
          </a:prstGeom>
          <a:noFill/>
          <a:ln>
            <a:noFill/>
          </a:ln>
        </p:spPr>
      </p:pic>
      <p:sp>
        <p:nvSpPr>
          <p:cNvPr id="181" name="Google Shape;181;p27"/>
          <p:cNvSpPr txBox="1"/>
          <p:nvPr/>
        </p:nvSpPr>
        <p:spPr>
          <a:xfrm>
            <a:off x="4224528" y="3886200"/>
            <a:ext cx="16002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750"/>
              <a:buFont typeface="Lexend"/>
              <a:buNone/>
            </a:pPr>
            <a:r>
              <a:rPr b="1" i="0" lang="en" sz="750" u="none" cap="none" strike="noStrike">
                <a:solidFill>
                  <a:srgbClr val="FFFFFF"/>
                </a:solidFill>
                <a:latin typeface="Lexend"/>
                <a:ea typeface="Lexend"/>
                <a:cs typeface="Lexend"/>
                <a:sym typeface="Lexend"/>
              </a:rPr>
              <a:t>PHẠM VI</a:t>
            </a:r>
            <a:endParaRPr b="0" i="0" sz="10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FFFFFF"/>
              </a:buClr>
              <a:buSzPts val="800"/>
              <a:buFont typeface="Lexend"/>
              <a:buNone/>
            </a:pPr>
            <a:r>
              <a:rPr b="0" i="0" lang="en" sz="800" u="none" cap="none" strike="noStrike">
                <a:solidFill>
                  <a:srgbClr val="FFFFFF"/>
                </a:solidFill>
                <a:latin typeface="Lexend"/>
                <a:ea typeface="Lexend"/>
                <a:cs typeface="Lexend"/>
                <a:sym typeface="Lexend"/>
              </a:rPr>
              <a:t>Ngành · Khu vực</a:t>
            </a:r>
            <a:endParaRPr b="0" i="0" sz="1000" u="none" cap="none" strike="noStrike">
              <a:solidFill>
                <a:schemeClr val="dk1"/>
              </a:solidFill>
              <a:latin typeface="Lexend"/>
              <a:ea typeface="Lexend"/>
              <a:cs typeface="Lexend"/>
              <a:sym typeface="Lexend"/>
            </a:endParaRPr>
          </a:p>
        </p:txBody>
      </p:sp>
      <p:sp>
        <p:nvSpPr>
          <p:cNvPr id="182" name="Google Shape;182;p27"/>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MỤC LỤC</a:t>
            </a:r>
            <a:endParaRPr sz="800"/>
          </a:p>
        </p:txBody>
      </p:sp>
      <p:sp>
        <p:nvSpPr>
          <p:cNvPr id="189" name="Google Shape;189;p28"/>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Báo cáo gồm 4 phần</a:t>
            </a:r>
            <a:endParaRPr sz="1900"/>
          </a:p>
        </p:txBody>
      </p:sp>
      <p:sp>
        <p:nvSpPr>
          <p:cNvPr id="190" name="Google Shape;190;p28"/>
          <p:cNvSpPr/>
          <p:nvPr/>
        </p:nvSpPr>
        <p:spPr>
          <a:xfrm>
            <a:off x="457200" y="1371600"/>
            <a:ext cx="1938528" cy="3154680"/>
          </a:xfrm>
          <a:prstGeom prst="roundRect">
            <a:avLst>
              <a:gd fmla="val 9434"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8"/>
          <p:cNvSpPr txBox="1"/>
          <p:nvPr/>
        </p:nvSpPr>
        <p:spPr>
          <a:xfrm>
            <a:off x="658368" y="1554480"/>
            <a:ext cx="10972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AFB"/>
              </a:buClr>
              <a:buSzPts val="3000"/>
              <a:buFont typeface="Lexend"/>
              <a:buNone/>
            </a:pPr>
            <a:r>
              <a:rPr b="1" i="0" lang="en" sz="3000" u="none" cap="none" strike="noStrike">
                <a:solidFill>
                  <a:srgbClr val="00CAFB"/>
                </a:solidFill>
                <a:latin typeface="Lexend"/>
                <a:ea typeface="Lexend"/>
                <a:cs typeface="Lexend"/>
                <a:sym typeface="Lexend"/>
              </a:rPr>
              <a:t>01</a:t>
            </a:r>
            <a:endParaRPr b="0" i="0" sz="3000" u="none" cap="none" strike="noStrike">
              <a:solidFill>
                <a:schemeClr val="dk1"/>
              </a:solidFill>
              <a:latin typeface="Lexend"/>
              <a:ea typeface="Lexend"/>
              <a:cs typeface="Lexend"/>
              <a:sym typeface="Lexend"/>
            </a:endParaRPr>
          </a:p>
        </p:txBody>
      </p:sp>
      <p:sp>
        <p:nvSpPr>
          <p:cNvPr id="192" name="Google Shape;192;p28"/>
          <p:cNvSpPr txBox="1"/>
          <p:nvPr/>
        </p:nvSpPr>
        <p:spPr>
          <a:xfrm>
            <a:off x="658368" y="2194560"/>
            <a:ext cx="1572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50"/>
              <a:buFont typeface="Lexend"/>
              <a:buNone/>
            </a:pPr>
            <a:r>
              <a:rPr b="1" i="0" lang="en" sz="1250" u="none" cap="none" strike="noStrike">
                <a:solidFill>
                  <a:srgbClr val="FFFFFF"/>
                </a:solidFill>
                <a:latin typeface="Lexend"/>
                <a:ea typeface="Lexend"/>
                <a:cs typeface="Lexend"/>
                <a:sym typeface="Lexend"/>
              </a:rPr>
              <a:t>Tên phần</a:t>
            </a:r>
            <a:endParaRPr b="0" i="0" sz="1250" u="none" cap="none" strike="noStrike">
              <a:solidFill>
                <a:schemeClr val="dk1"/>
              </a:solidFill>
              <a:latin typeface="Lexend"/>
              <a:ea typeface="Lexend"/>
              <a:cs typeface="Lexend"/>
              <a:sym typeface="Lexend"/>
            </a:endParaRPr>
          </a:p>
        </p:txBody>
      </p:sp>
      <p:cxnSp>
        <p:nvCxnSpPr>
          <p:cNvPr id="193" name="Google Shape;193;p28"/>
          <p:cNvCxnSpPr/>
          <p:nvPr/>
        </p:nvCxnSpPr>
        <p:spPr>
          <a:xfrm>
            <a:off x="658368" y="3017520"/>
            <a:ext cx="1536192" cy="0"/>
          </a:xfrm>
          <a:prstGeom prst="straightConnector1">
            <a:avLst/>
          </a:prstGeom>
          <a:noFill/>
          <a:ln cap="flat" cmpd="sng" w="9525">
            <a:solidFill>
              <a:srgbClr val="9A69FF"/>
            </a:solidFill>
            <a:prstDash val="solid"/>
            <a:round/>
            <a:headEnd len="sm" w="sm" type="none"/>
            <a:tailEnd len="sm" w="sm" type="none"/>
          </a:ln>
        </p:spPr>
      </p:cxnSp>
      <p:sp>
        <p:nvSpPr>
          <p:cNvPr id="194" name="Google Shape;194;p28"/>
          <p:cNvSpPr txBox="1"/>
          <p:nvPr/>
        </p:nvSpPr>
        <p:spPr>
          <a:xfrm>
            <a:off x="658368" y="3127248"/>
            <a:ext cx="1572768"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900"/>
              <a:buFont typeface="Lexend"/>
              <a:buNone/>
            </a:pPr>
            <a:r>
              <a:rPr b="0" i="0" lang="en" sz="900" u="none" cap="none" strike="noStrike">
                <a:solidFill>
                  <a:srgbClr val="FFFFFF"/>
                </a:solidFill>
                <a:latin typeface="Lexend"/>
                <a:ea typeface="Lexend"/>
                <a:cs typeface="Lexend"/>
                <a:sym typeface="Lexend"/>
              </a:rPr>
              <a:t>Mục 1</a:t>
            </a:r>
            <a:endParaRPr b="0" i="0" sz="900" u="none" cap="none" strike="noStrike">
              <a:solidFill>
                <a:schemeClr val="dk1"/>
              </a:solidFill>
              <a:latin typeface="Lexend"/>
              <a:ea typeface="Lexend"/>
              <a:cs typeface="Lexend"/>
              <a:sym typeface="Lexend"/>
            </a:endParaRPr>
          </a:p>
          <a:p>
            <a:pPr indent="0" lvl="0" marL="0" marR="0" rtl="0" algn="l">
              <a:spcBef>
                <a:spcPts val="500"/>
              </a:spcBef>
              <a:spcAft>
                <a:spcPts val="0"/>
              </a:spcAft>
              <a:buClr>
                <a:srgbClr val="FFFFFF"/>
              </a:buClr>
              <a:buSzPts val="900"/>
              <a:buFont typeface="Lexend"/>
              <a:buNone/>
            </a:pPr>
            <a:r>
              <a:rPr b="0" i="0" lang="en" sz="900" u="none" cap="none" strike="noStrike">
                <a:solidFill>
                  <a:srgbClr val="FFFFFF"/>
                </a:solidFill>
                <a:latin typeface="Lexend"/>
                <a:ea typeface="Lexend"/>
                <a:cs typeface="Lexend"/>
                <a:sym typeface="Lexend"/>
              </a:rPr>
              <a:t>Mục 2</a:t>
            </a:r>
            <a:endParaRPr b="0" i="0" sz="900" u="none" cap="none" strike="noStrike">
              <a:solidFill>
                <a:schemeClr val="dk1"/>
              </a:solidFill>
              <a:latin typeface="Lexend"/>
              <a:ea typeface="Lexend"/>
              <a:cs typeface="Lexend"/>
              <a:sym typeface="Lexend"/>
            </a:endParaRPr>
          </a:p>
          <a:p>
            <a:pPr indent="0" lvl="0" marL="0" marR="0" rtl="0" algn="l">
              <a:spcBef>
                <a:spcPts val="500"/>
              </a:spcBef>
              <a:spcAft>
                <a:spcPts val="0"/>
              </a:spcAft>
              <a:buClr>
                <a:srgbClr val="FFFFFF"/>
              </a:buClr>
              <a:buSzPts val="900"/>
              <a:buFont typeface="Lexend"/>
              <a:buNone/>
            </a:pPr>
            <a:r>
              <a:rPr b="0" i="0" lang="en" sz="900" u="none" cap="none" strike="noStrike">
                <a:solidFill>
                  <a:srgbClr val="FFFFFF"/>
                </a:solidFill>
                <a:latin typeface="Lexend"/>
                <a:ea typeface="Lexend"/>
                <a:cs typeface="Lexend"/>
                <a:sym typeface="Lexend"/>
              </a:rPr>
              <a:t>Mục 3</a:t>
            </a:r>
            <a:endParaRPr b="0" i="0" sz="900" u="none" cap="none" strike="noStrike">
              <a:solidFill>
                <a:schemeClr val="dk1"/>
              </a:solidFill>
              <a:latin typeface="Lexend"/>
              <a:ea typeface="Lexend"/>
              <a:cs typeface="Lexend"/>
              <a:sym typeface="Lexend"/>
            </a:endParaRPr>
          </a:p>
        </p:txBody>
      </p:sp>
      <p:sp>
        <p:nvSpPr>
          <p:cNvPr id="195" name="Google Shape;195;p28"/>
          <p:cNvSpPr/>
          <p:nvPr/>
        </p:nvSpPr>
        <p:spPr>
          <a:xfrm>
            <a:off x="2542032" y="1371600"/>
            <a:ext cx="1938528" cy="3154680"/>
          </a:xfrm>
          <a:prstGeom prst="roundRect">
            <a:avLst>
              <a:gd fmla="val 9434"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8"/>
          <p:cNvSpPr txBox="1"/>
          <p:nvPr/>
        </p:nvSpPr>
        <p:spPr>
          <a:xfrm>
            <a:off x="2743200" y="1554480"/>
            <a:ext cx="10972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3000"/>
              <a:buFont typeface="Lexend"/>
              <a:buNone/>
            </a:pPr>
            <a:r>
              <a:rPr b="1" i="0" lang="en" sz="3000" u="none" cap="none" strike="noStrike">
                <a:solidFill>
                  <a:srgbClr val="401F99"/>
                </a:solidFill>
                <a:latin typeface="Lexend"/>
                <a:ea typeface="Lexend"/>
                <a:cs typeface="Lexend"/>
                <a:sym typeface="Lexend"/>
              </a:rPr>
              <a:t>02</a:t>
            </a:r>
            <a:endParaRPr b="0" i="0" sz="3000" u="none" cap="none" strike="noStrike">
              <a:solidFill>
                <a:schemeClr val="dk1"/>
              </a:solidFill>
              <a:latin typeface="Lexend"/>
              <a:ea typeface="Lexend"/>
              <a:cs typeface="Lexend"/>
              <a:sym typeface="Lexend"/>
            </a:endParaRPr>
          </a:p>
        </p:txBody>
      </p:sp>
      <p:sp>
        <p:nvSpPr>
          <p:cNvPr id="197" name="Google Shape;197;p28"/>
          <p:cNvSpPr txBox="1"/>
          <p:nvPr/>
        </p:nvSpPr>
        <p:spPr>
          <a:xfrm>
            <a:off x="2743200" y="2194560"/>
            <a:ext cx="1572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1250"/>
              <a:buFont typeface="Lexend"/>
              <a:buNone/>
            </a:pPr>
            <a:r>
              <a:rPr b="1" i="0" lang="en" sz="1250" u="none" cap="none" strike="noStrike">
                <a:solidFill>
                  <a:srgbClr val="401F99"/>
                </a:solidFill>
                <a:latin typeface="Lexend"/>
                <a:ea typeface="Lexend"/>
                <a:cs typeface="Lexend"/>
                <a:sym typeface="Lexend"/>
              </a:rPr>
              <a:t>Tên phần</a:t>
            </a:r>
            <a:endParaRPr b="0" i="0" sz="1250" u="none" cap="none" strike="noStrike">
              <a:solidFill>
                <a:schemeClr val="dk1"/>
              </a:solidFill>
              <a:latin typeface="Lexend"/>
              <a:ea typeface="Lexend"/>
              <a:cs typeface="Lexend"/>
              <a:sym typeface="Lexend"/>
            </a:endParaRPr>
          </a:p>
        </p:txBody>
      </p:sp>
      <p:cxnSp>
        <p:nvCxnSpPr>
          <p:cNvPr id="198" name="Google Shape;198;p28"/>
          <p:cNvCxnSpPr/>
          <p:nvPr/>
        </p:nvCxnSpPr>
        <p:spPr>
          <a:xfrm>
            <a:off x="2743200" y="3017520"/>
            <a:ext cx="1536192" cy="0"/>
          </a:xfrm>
          <a:prstGeom prst="straightConnector1">
            <a:avLst/>
          </a:prstGeom>
          <a:noFill/>
          <a:ln cap="flat" cmpd="sng" w="9525">
            <a:solidFill>
              <a:srgbClr val="CDB8FF"/>
            </a:solidFill>
            <a:prstDash val="solid"/>
            <a:round/>
            <a:headEnd len="sm" w="sm" type="none"/>
            <a:tailEnd len="sm" w="sm" type="none"/>
          </a:ln>
        </p:spPr>
      </p:cxnSp>
      <p:sp>
        <p:nvSpPr>
          <p:cNvPr id="199" name="Google Shape;199;p28"/>
          <p:cNvSpPr txBox="1"/>
          <p:nvPr/>
        </p:nvSpPr>
        <p:spPr>
          <a:xfrm>
            <a:off x="2743200" y="3127248"/>
            <a:ext cx="1572768"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Mục 1</a:t>
            </a:r>
            <a:endParaRPr b="0" i="0" sz="900" u="none" cap="none" strike="noStrike">
              <a:solidFill>
                <a:schemeClr val="dk1"/>
              </a:solidFill>
              <a:latin typeface="Lexend"/>
              <a:ea typeface="Lexend"/>
              <a:cs typeface="Lexend"/>
              <a:sym typeface="Lexend"/>
            </a:endParaRPr>
          </a:p>
          <a:p>
            <a:pPr indent="0" lvl="0" marL="0" marR="0" rtl="0" algn="l">
              <a:spcBef>
                <a:spcPts val="50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Mục 2</a:t>
            </a:r>
            <a:endParaRPr b="0" i="0" sz="900" u="none" cap="none" strike="noStrike">
              <a:solidFill>
                <a:schemeClr val="dk1"/>
              </a:solidFill>
              <a:latin typeface="Lexend"/>
              <a:ea typeface="Lexend"/>
              <a:cs typeface="Lexend"/>
              <a:sym typeface="Lexend"/>
            </a:endParaRPr>
          </a:p>
          <a:p>
            <a:pPr indent="0" lvl="0" marL="0" marR="0" rtl="0" algn="l">
              <a:spcBef>
                <a:spcPts val="50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Mục 3</a:t>
            </a:r>
            <a:endParaRPr b="0" i="0" sz="900" u="none" cap="none" strike="noStrike">
              <a:solidFill>
                <a:schemeClr val="dk1"/>
              </a:solidFill>
              <a:latin typeface="Lexend"/>
              <a:ea typeface="Lexend"/>
              <a:cs typeface="Lexend"/>
              <a:sym typeface="Lexend"/>
            </a:endParaRPr>
          </a:p>
        </p:txBody>
      </p:sp>
      <p:sp>
        <p:nvSpPr>
          <p:cNvPr id="200" name="Google Shape;200;p28"/>
          <p:cNvSpPr/>
          <p:nvPr/>
        </p:nvSpPr>
        <p:spPr>
          <a:xfrm>
            <a:off x="4626864" y="1371600"/>
            <a:ext cx="1938528" cy="3154680"/>
          </a:xfrm>
          <a:prstGeom prst="roundRect">
            <a:avLst>
              <a:gd fmla="val 9434"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8"/>
          <p:cNvSpPr txBox="1"/>
          <p:nvPr/>
        </p:nvSpPr>
        <p:spPr>
          <a:xfrm>
            <a:off x="4828032" y="1554480"/>
            <a:ext cx="10972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3000"/>
              <a:buFont typeface="Lexend"/>
              <a:buNone/>
            </a:pPr>
            <a:r>
              <a:rPr b="1" i="0" lang="en" sz="3000" u="none" cap="none" strike="noStrike">
                <a:solidFill>
                  <a:srgbClr val="401F99"/>
                </a:solidFill>
                <a:latin typeface="Lexend"/>
                <a:ea typeface="Lexend"/>
                <a:cs typeface="Lexend"/>
                <a:sym typeface="Lexend"/>
              </a:rPr>
              <a:t>03</a:t>
            </a:r>
            <a:endParaRPr b="0" i="0" sz="3000" u="none" cap="none" strike="noStrike">
              <a:solidFill>
                <a:schemeClr val="dk1"/>
              </a:solidFill>
              <a:latin typeface="Lexend"/>
              <a:ea typeface="Lexend"/>
              <a:cs typeface="Lexend"/>
              <a:sym typeface="Lexend"/>
            </a:endParaRPr>
          </a:p>
        </p:txBody>
      </p:sp>
      <p:sp>
        <p:nvSpPr>
          <p:cNvPr id="202" name="Google Shape;202;p28"/>
          <p:cNvSpPr txBox="1"/>
          <p:nvPr/>
        </p:nvSpPr>
        <p:spPr>
          <a:xfrm>
            <a:off x="4828032" y="2194560"/>
            <a:ext cx="1572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1250"/>
              <a:buFont typeface="Lexend"/>
              <a:buNone/>
            </a:pPr>
            <a:r>
              <a:rPr b="1" i="0" lang="en" sz="1250" u="none" cap="none" strike="noStrike">
                <a:solidFill>
                  <a:srgbClr val="401F99"/>
                </a:solidFill>
                <a:latin typeface="Lexend"/>
                <a:ea typeface="Lexend"/>
                <a:cs typeface="Lexend"/>
                <a:sym typeface="Lexend"/>
              </a:rPr>
              <a:t>Tên phần</a:t>
            </a:r>
            <a:endParaRPr b="0" i="0" sz="1250" u="none" cap="none" strike="noStrike">
              <a:solidFill>
                <a:schemeClr val="dk1"/>
              </a:solidFill>
              <a:latin typeface="Lexend"/>
              <a:ea typeface="Lexend"/>
              <a:cs typeface="Lexend"/>
              <a:sym typeface="Lexend"/>
            </a:endParaRPr>
          </a:p>
        </p:txBody>
      </p:sp>
      <p:cxnSp>
        <p:nvCxnSpPr>
          <p:cNvPr id="203" name="Google Shape;203;p28"/>
          <p:cNvCxnSpPr/>
          <p:nvPr/>
        </p:nvCxnSpPr>
        <p:spPr>
          <a:xfrm>
            <a:off x="4828032" y="3017520"/>
            <a:ext cx="1536192" cy="0"/>
          </a:xfrm>
          <a:prstGeom prst="straightConnector1">
            <a:avLst/>
          </a:prstGeom>
          <a:noFill/>
          <a:ln cap="flat" cmpd="sng" w="9525">
            <a:solidFill>
              <a:srgbClr val="CDB8FF"/>
            </a:solidFill>
            <a:prstDash val="solid"/>
            <a:round/>
            <a:headEnd len="sm" w="sm" type="none"/>
            <a:tailEnd len="sm" w="sm" type="none"/>
          </a:ln>
        </p:spPr>
      </p:cxnSp>
      <p:sp>
        <p:nvSpPr>
          <p:cNvPr id="204" name="Google Shape;204;p28"/>
          <p:cNvSpPr txBox="1"/>
          <p:nvPr/>
        </p:nvSpPr>
        <p:spPr>
          <a:xfrm>
            <a:off x="4828032" y="3127248"/>
            <a:ext cx="1572768"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Mục 1</a:t>
            </a:r>
            <a:endParaRPr b="0" i="0" sz="900" u="none" cap="none" strike="noStrike">
              <a:solidFill>
                <a:schemeClr val="dk1"/>
              </a:solidFill>
              <a:latin typeface="Lexend"/>
              <a:ea typeface="Lexend"/>
              <a:cs typeface="Lexend"/>
              <a:sym typeface="Lexend"/>
            </a:endParaRPr>
          </a:p>
          <a:p>
            <a:pPr indent="0" lvl="0" marL="0" marR="0" rtl="0" algn="l">
              <a:spcBef>
                <a:spcPts val="50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Mục 2</a:t>
            </a:r>
            <a:endParaRPr b="0" i="0" sz="900" u="none" cap="none" strike="noStrike">
              <a:solidFill>
                <a:schemeClr val="dk1"/>
              </a:solidFill>
              <a:latin typeface="Lexend"/>
              <a:ea typeface="Lexend"/>
              <a:cs typeface="Lexend"/>
              <a:sym typeface="Lexend"/>
            </a:endParaRPr>
          </a:p>
          <a:p>
            <a:pPr indent="0" lvl="0" marL="0" marR="0" rtl="0" algn="l">
              <a:spcBef>
                <a:spcPts val="50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Mục 3</a:t>
            </a:r>
            <a:endParaRPr b="0" i="0" sz="900" u="none" cap="none" strike="noStrike">
              <a:solidFill>
                <a:schemeClr val="dk1"/>
              </a:solidFill>
              <a:latin typeface="Lexend"/>
              <a:ea typeface="Lexend"/>
              <a:cs typeface="Lexend"/>
              <a:sym typeface="Lexend"/>
            </a:endParaRPr>
          </a:p>
        </p:txBody>
      </p:sp>
      <p:sp>
        <p:nvSpPr>
          <p:cNvPr id="205" name="Google Shape;205;p28"/>
          <p:cNvSpPr/>
          <p:nvPr/>
        </p:nvSpPr>
        <p:spPr>
          <a:xfrm>
            <a:off x="6711696" y="1371600"/>
            <a:ext cx="1938528" cy="3154680"/>
          </a:xfrm>
          <a:prstGeom prst="roundRect">
            <a:avLst>
              <a:gd fmla="val 9434"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8"/>
          <p:cNvSpPr txBox="1"/>
          <p:nvPr/>
        </p:nvSpPr>
        <p:spPr>
          <a:xfrm>
            <a:off x="6912864" y="1554480"/>
            <a:ext cx="10972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3000"/>
              <a:buFont typeface="Lexend"/>
              <a:buNone/>
            </a:pPr>
            <a:r>
              <a:rPr b="1" i="0" lang="en" sz="3000" u="none" cap="none" strike="noStrike">
                <a:solidFill>
                  <a:srgbClr val="401F99"/>
                </a:solidFill>
                <a:latin typeface="Lexend"/>
                <a:ea typeface="Lexend"/>
                <a:cs typeface="Lexend"/>
                <a:sym typeface="Lexend"/>
              </a:rPr>
              <a:t>04</a:t>
            </a:r>
            <a:endParaRPr b="0" i="0" sz="3000" u="none" cap="none" strike="noStrike">
              <a:solidFill>
                <a:schemeClr val="dk1"/>
              </a:solidFill>
              <a:latin typeface="Lexend"/>
              <a:ea typeface="Lexend"/>
              <a:cs typeface="Lexend"/>
              <a:sym typeface="Lexend"/>
            </a:endParaRPr>
          </a:p>
        </p:txBody>
      </p:sp>
      <p:sp>
        <p:nvSpPr>
          <p:cNvPr id="207" name="Google Shape;207;p28"/>
          <p:cNvSpPr txBox="1"/>
          <p:nvPr/>
        </p:nvSpPr>
        <p:spPr>
          <a:xfrm>
            <a:off x="6912864" y="2194560"/>
            <a:ext cx="1572768"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1250"/>
              <a:buFont typeface="Lexend"/>
              <a:buNone/>
            </a:pPr>
            <a:r>
              <a:rPr b="1" i="0" lang="en" sz="1250" u="none" cap="none" strike="noStrike">
                <a:solidFill>
                  <a:srgbClr val="401F99"/>
                </a:solidFill>
                <a:latin typeface="Lexend"/>
                <a:ea typeface="Lexend"/>
                <a:cs typeface="Lexend"/>
                <a:sym typeface="Lexend"/>
              </a:rPr>
              <a:t>Tên phần</a:t>
            </a:r>
            <a:endParaRPr b="0" i="0" sz="1250" u="none" cap="none" strike="noStrike">
              <a:solidFill>
                <a:schemeClr val="dk1"/>
              </a:solidFill>
              <a:latin typeface="Lexend"/>
              <a:ea typeface="Lexend"/>
              <a:cs typeface="Lexend"/>
              <a:sym typeface="Lexend"/>
            </a:endParaRPr>
          </a:p>
        </p:txBody>
      </p:sp>
      <p:cxnSp>
        <p:nvCxnSpPr>
          <p:cNvPr id="208" name="Google Shape;208;p28"/>
          <p:cNvCxnSpPr/>
          <p:nvPr/>
        </p:nvCxnSpPr>
        <p:spPr>
          <a:xfrm>
            <a:off x="6912864" y="3017520"/>
            <a:ext cx="1536192" cy="0"/>
          </a:xfrm>
          <a:prstGeom prst="straightConnector1">
            <a:avLst/>
          </a:prstGeom>
          <a:noFill/>
          <a:ln cap="flat" cmpd="sng" w="9525">
            <a:solidFill>
              <a:srgbClr val="CDB8FF"/>
            </a:solidFill>
            <a:prstDash val="solid"/>
            <a:round/>
            <a:headEnd len="sm" w="sm" type="none"/>
            <a:tailEnd len="sm" w="sm" type="none"/>
          </a:ln>
        </p:spPr>
      </p:cxnSp>
      <p:sp>
        <p:nvSpPr>
          <p:cNvPr id="209" name="Google Shape;209;p28"/>
          <p:cNvSpPr txBox="1"/>
          <p:nvPr/>
        </p:nvSpPr>
        <p:spPr>
          <a:xfrm>
            <a:off x="6912864" y="3127248"/>
            <a:ext cx="1572768"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Mục 1</a:t>
            </a:r>
            <a:endParaRPr b="0" i="0" sz="900" u="none" cap="none" strike="noStrike">
              <a:solidFill>
                <a:schemeClr val="dk1"/>
              </a:solidFill>
              <a:latin typeface="Lexend"/>
              <a:ea typeface="Lexend"/>
              <a:cs typeface="Lexend"/>
              <a:sym typeface="Lexend"/>
            </a:endParaRPr>
          </a:p>
          <a:p>
            <a:pPr indent="0" lvl="0" marL="0" marR="0" rtl="0" algn="l">
              <a:spcBef>
                <a:spcPts val="50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Mục 2</a:t>
            </a:r>
            <a:endParaRPr b="0" i="0" sz="900" u="none" cap="none" strike="noStrike">
              <a:solidFill>
                <a:schemeClr val="dk1"/>
              </a:solidFill>
              <a:latin typeface="Lexend"/>
              <a:ea typeface="Lexend"/>
              <a:cs typeface="Lexend"/>
              <a:sym typeface="Lexend"/>
            </a:endParaRPr>
          </a:p>
          <a:p>
            <a:pPr indent="0" lvl="0" marL="0" marR="0" rtl="0" algn="l">
              <a:spcBef>
                <a:spcPts val="50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Mục 3</a:t>
            </a:r>
            <a:endParaRPr b="0" i="0" sz="900" u="none" cap="none" strike="noStrike">
              <a:solidFill>
                <a:schemeClr val="dk1"/>
              </a:solidFill>
              <a:latin typeface="Lexend"/>
              <a:ea typeface="Lexend"/>
              <a:cs typeface="Lexend"/>
              <a:sym typeface="Lexend"/>
            </a:endParaRPr>
          </a:p>
        </p:txBody>
      </p:sp>
      <p:sp>
        <p:nvSpPr>
          <p:cNvPr id="210" name="Google Shape;210;p28"/>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t/>
            </a:r>
            <a:endParaRPr sz="650"/>
          </a:p>
        </p:txBody>
      </p:sp>
      <p:sp>
        <p:nvSpPr>
          <p:cNvPr id="211" name="Google Shape;211;p28"/>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txBox="1"/>
          <p:nvPr/>
        </p:nvSpPr>
        <p:spPr>
          <a:xfrm>
            <a:off x="457200" y="566928"/>
            <a:ext cx="548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E4FF"/>
              </a:buClr>
              <a:buSzPts val="900"/>
              <a:buFont typeface="Lexend"/>
              <a:buNone/>
            </a:pPr>
            <a:r>
              <a:rPr b="1" i="0" lang="en" sz="900" u="none" cap="none" strike="noStrike">
                <a:solidFill>
                  <a:srgbClr val="EFE4FF"/>
                </a:solidFill>
                <a:latin typeface="Lexend"/>
                <a:ea typeface="Lexend"/>
                <a:cs typeface="Lexend"/>
                <a:sym typeface="Lexend"/>
              </a:rPr>
              <a:t>PHẦN</a:t>
            </a:r>
            <a:endParaRPr b="0" i="0" sz="900" u="none" cap="none" strike="noStrike">
              <a:solidFill>
                <a:schemeClr val="dk1"/>
              </a:solidFill>
              <a:latin typeface="Lexend"/>
              <a:ea typeface="Lexend"/>
              <a:cs typeface="Lexend"/>
              <a:sym typeface="Lexend"/>
            </a:endParaRPr>
          </a:p>
        </p:txBody>
      </p:sp>
      <p:sp>
        <p:nvSpPr>
          <p:cNvPr id="218" name="Google Shape;218;p29"/>
          <p:cNvSpPr txBox="1"/>
          <p:nvPr/>
        </p:nvSpPr>
        <p:spPr>
          <a:xfrm>
            <a:off x="960120" y="365760"/>
            <a:ext cx="1371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AFB"/>
              </a:buClr>
              <a:buSzPts val="3800"/>
              <a:buFont typeface="Lexend"/>
              <a:buNone/>
            </a:pPr>
            <a:r>
              <a:rPr b="1" i="0" lang="en" sz="3800" u="none" cap="none" strike="noStrike">
                <a:solidFill>
                  <a:srgbClr val="00CAFB"/>
                </a:solidFill>
                <a:latin typeface="Lexend"/>
                <a:ea typeface="Lexend"/>
                <a:cs typeface="Lexend"/>
                <a:sym typeface="Lexend"/>
              </a:rPr>
              <a:t>01</a:t>
            </a:r>
            <a:endParaRPr b="0" i="0" sz="3800" u="none" cap="none" strike="noStrike">
              <a:solidFill>
                <a:schemeClr val="dk1"/>
              </a:solidFill>
              <a:latin typeface="Lexend"/>
              <a:ea typeface="Lexend"/>
              <a:cs typeface="Lexend"/>
              <a:sym typeface="Lexend"/>
            </a:endParaRPr>
          </a:p>
        </p:txBody>
      </p:sp>
      <p:sp>
        <p:nvSpPr>
          <p:cNvPr id="219" name="Google Shape;219;p29"/>
          <p:cNvSpPr txBox="1"/>
          <p:nvPr>
            <p:ph type="title"/>
          </p:nvPr>
        </p:nvSpPr>
        <p:spPr>
          <a:xfrm>
            <a:off x="457200" y="1600200"/>
            <a:ext cx="4572000" cy="1188720"/>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FFFFFF"/>
              </a:buClr>
              <a:buSzPts val="3000"/>
              <a:buFont typeface="Lexend"/>
              <a:buNone/>
            </a:pPr>
            <a:r>
              <a:rPr b="1" lang="en" sz="3000">
                <a:solidFill>
                  <a:srgbClr val="FFFFFF"/>
                </a:solidFill>
                <a:latin typeface="Lexend"/>
                <a:ea typeface="Lexend"/>
                <a:cs typeface="Lexend"/>
                <a:sym typeface="Lexend"/>
              </a:rPr>
              <a:t>Tên phần</a:t>
            </a:r>
            <a:endParaRPr sz="3000"/>
          </a:p>
          <a:p>
            <a:pPr indent="0" lvl="0" marL="0" rtl="0" algn="l">
              <a:lnSpc>
                <a:spcPct val="95000"/>
              </a:lnSpc>
              <a:spcBef>
                <a:spcPts val="0"/>
              </a:spcBef>
              <a:spcAft>
                <a:spcPts val="0"/>
              </a:spcAft>
              <a:buClr>
                <a:srgbClr val="FFFFFF"/>
              </a:buClr>
              <a:buSzPts val="3000"/>
              <a:buFont typeface="Lexend"/>
              <a:buNone/>
            </a:pPr>
            <a:r>
              <a:rPr b="1" lang="en" sz="3000">
                <a:solidFill>
                  <a:srgbClr val="FFFFFF"/>
                </a:solidFill>
                <a:latin typeface="Lexend"/>
                <a:ea typeface="Lexend"/>
                <a:cs typeface="Lexend"/>
                <a:sym typeface="Lexend"/>
              </a:rPr>
              <a:t>hai dòng</a:t>
            </a:r>
            <a:endParaRPr sz="3000"/>
          </a:p>
        </p:txBody>
      </p:sp>
      <p:sp>
        <p:nvSpPr>
          <p:cNvPr id="220" name="Google Shape;220;p29"/>
          <p:cNvSpPr txBox="1"/>
          <p:nvPr/>
        </p:nvSpPr>
        <p:spPr>
          <a:xfrm>
            <a:off x="457200" y="2788920"/>
            <a:ext cx="4754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AFB"/>
              </a:buClr>
              <a:buSzPts val="2800"/>
              <a:buFont typeface="Oooh Baby"/>
              <a:buNone/>
            </a:pPr>
            <a:r>
              <a:rPr b="0" i="0" lang="en" sz="2800" u="none" cap="none" strike="noStrike">
                <a:solidFill>
                  <a:srgbClr val="00CAFB"/>
                </a:solidFill>
                <a:latin typeface="Oooh Baby"/>
                <a:ea typeface="Oooh Baby"/>
                <a:cs typeface="Oooh Baby"/>
                <a:sym typeface="Oooh Baby"/>
              </a:rPr>
              <a:t>Câu nhấn ngắn</a:t>
            </a:r>
            <a:endParaRPr b="0" i="0" sz="2800" u="none" cap="none" strike="noStrike">
              <a:solidFill>
                <a:schemeClr val="dk1"/>
              </a:solidFill>
              <a:latin typeface="Lexend"/>
              <a:ea typeface="Lexend"/>
              <a:cs typeface="Lexend"/>
              <a:sym typeface="Lexend"/>
            </a:endParaRPr>
          </a:p>
        </p:txBody>
      </p:sp>
      <p:sp>
        <p:nvSpPr>
          <p:cNvPr id="221" name="Google Shape;221;p29"/>
          <p:cNvSpPr/>
          <p:nvPr/>
        </p:nvSpPr>
        <p:spPr>
          <a:xfrm>
            <a:off x="457200" y="3493008"/>
            <a:ext cx="237744" cy="23774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9"/>
          <p:cNvSpPr txBox="1"/>
          <p:nvPr/>
        </p:nvSpPr>
        <p:spPr>
          <a:xfrm>
            <a:off x="457200" y="3493008"/>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1F99"/>
              </a:buClr>
              <a:buSzPts val="800"/>
              <a:buFont typeface="Lexend"/>
              <a:buNone/>
            </a:pPr>
            <a:r>
              <a:rPr b="1" i="0" lang="en" sz="800" u="none" cap="none" strike="noStrike">
                <a:solidFill>
                  <a:srgbClr val="401F99"/>
                </a:solidFill>
                <a:latin typeface="Lexend"/>
                <a:ea typeface="Lexend"/>
                <a:cs typeface="Lexend"/>
                <a:sym typeface="Lexend"/>
              </a:rPr>
              <a:t>1</a:t>
            </a:r>
            <a:endParaRPr b="0" i="0" sz="800" u="none" cap="none" strike="noStrike">
              <a:solidFill>
                <a:schemeClr val="dk1"/>
              </a:solidFill>
              <a:latin typeface="Lexend"/>
              <a:ea typeface="Lexend"/>
              <a:cs typeface="Lexend"/>
              <a:sym typeface="Lexend"/>
            </a:endParaRPr>
          </a:p>
        </p:txBody>
      </p:sp>
      <p:sp>
        <p:nvSpPr>
          <p:cNvPr id="223" name="Google Shape;223;p29"/>
          <p:cNvSpPr txBox="1"/>
          <p:nvPr/>
        </p:nvSpPr>
        <p:spPr>
          <a:xfrm>
            <a:off x="822960" y="3493008"/>
            <a:ext cx="4389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Lexend"/>
              <a:buNone/>
            </a:pPr>
            <a:r>
              <a:rPr b="0" i="0" lang="en" sz="1100" u="none" cap="none" strike="noStrike">
                <a:solidFill>
                  <a:srgbClr val="FFFFFF"/>
                </a:solidFill>
                <a:latin typeface="Lexend"/>
                <a:ea typeface="Lexend"/>
                <a:cs typeface="Lexend"/>
                <a:sym typeface="Lexend"/>
              </a:rPr>
              <a:t>Mục 1</a:t>
            </a:r>
            <a:endParaRPr b="0" i="0" sz="1100" u="none" cap="none" strike="noStrike">
              <a:solidFill>
                <a:schemeClr val="dk1"/>
              </a:solidFill>
              <a:latin typeface="Lexend"/>
              <a:ea typeface="Lexend"/>
              <a:cs typeface="Lexend"/>
              <a:sym typeface="Lexend"/>
            </a:endParaRPr>
          </a:p>
        </p:txBody>
      </p:sp>
      <p:sp>
        <p:nvSpPr>
          <p:cNvPr id="224" name="Google Shape;224;p29"/>
          <p:cNvSpPr/>
          <p:nvPr/>
        </p:nvSpPr>
        <p:spPr>
          <a:xfrm>
            <a:off x="457200" y="3840480"/>
            <a:ext cx="237744" cy="23774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9"/>
          <p:cNvSpPr txBox="1"/>
          <p:nvPr/>
        </p:nvSpPr>
        <p:spPr>
          <a:xfrm>
            <a:off x="457200" y="3840480"/>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1F99"/>
              </a:buClr>
              <a:buSzPts val="800"/>
              <a:buFont typeface="Lexend"/>
              <a:buNone/>
            </a:pPr>
            <a:r>
              <a:rPr b="1" i="0" lang="en" sz="800" u="none" cap="none" strike="noStrike">
                <a:solidFill>
                  <a:srgbClr val="401F99"/>
                </a:solidFill>
                <a:latin typeface="Lexend"/>
                <a:ea typeface="Lexend"/>
                <a:cs typeface="Lexend"/>
                <a:sym typeface="Lexend"/>
              </a:rPr>
              <a:t>2</a:t>
            </a:r>
            <a:endParaRPr b="0" i="0" sz="800" u="none" cap="none" strike="noStrike">
              <a:solidFill>
                <a:schemeClr val="dk1"/>
              </a:solidFill>
              <a:latin typeface="Lexend"/>
              <a:ea typeface="Lexend"/>
              <a:cs typeface="Lexend"/>
              <a:sym typeface="Lexend"/>
            </a:endParaRPr>
          </a:p>
        </p:txBody>
      </p:sp>
      <p:sp>
        <p:nvSpPr>
          <p:cNvPr id="226" name="Google Shape;226;p29"/>
          <p:cNvSpPr txBox="1"/>
          <p:nvPr/>
        </p:nvSpPr>
        <p:spPr>
          <a:xfrm>
            <a:off x="822960" y="3840480"/>
            <a:ext cx="4389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Lexend"/>
              <a:buNone/>
            </a:pPr>
            <a:r>
              <a:rPr b="0" i="0" lang="en" sz="1100" u="none" cap="none" strike="noStrike">
                <a:solidFill>
                  <a:srgbClr val="FFFFFF"/>
                </a:solidFill>
                <a:latin typeface="Lexend"/>
                <a:ea typeface="Lexend"/>
                <a:cs typeface="Lexend"/>
                <a:sym typeface="Lexend"/>
              </a:rPr>
              <a:t>Mục 2</a:t>
            </a:r>
            <a:endParaRPr b="0" i="0" sz="1100" u="none" cap="none" strike="noStrike">
              <a:solidFill>
                <a:schemeClr val="dk1"/>
              </a:solidFill>
              <a:latin typeface="Lexend"/>
              <a:ea typeface="Lexend"/>
              <a:cs typeface="Lexend"/>
              <a:sym typeface="Lexend"/>
            </a:endParaRPr>
          </a:p>
        </p:txBody>
      </p:sp>
      <p:sp>
        <p:nvSpPr>
          <p:cNvPr id="227" name="Google Shape;227;p29"/>
          <p:cNvSpPr/>
          <p:nvPr/>
        </p:nvSpPr>
        <p:spPr>
          <a:xfrm>
            <a:off x="457200" y="4187952"/>
            <a:ext cx="237744" cy="23774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9"/>
          <p:cNvSpPr txBox="1"/>
          <p:nvPr/>
        </p:nvSpPr>
        <p:spPr>
          <a:xfrm>
            <a:off x="457200" y="4187952"/>
            <a:ext cx="237744"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1F99"/>
              </a:buClr>
              <a:buSzPts val="800"/>
              <a:buFont typeface="Lexend"/>
              <a:buNone/>
            </a:pPr>
            <a:r>
              <a:rPr b="1" i="0" lang="en" sz="800" u="none" cap="none" strike="noStrike">
                <a:solidFill>
                  <a:srgbClr val="401F99"/>
                </a:solidFill>
                <a:latin typeface="Lexend"/>
                <a:ea typeface="Lexend"/>
                <a:cs typeface="Lexend"/>
                <a:sym typeface="Lexend"/>
              </a:rPr>
              <a:t>3</a:t>
            </a:r>
            <a:endParaRPr b="0" i="0" sz="800" u="none" cap="none" strike="noStrike">
              <a:solidFill>
                <a:schemeClr val="dk1"/>
              </a:solidFill>
              <a:latin typeface="Lexend"/>
              <a:ea typeface="Lexend"/>
              <a:cs typeface="Lexend"/>
              <a:sym typeface="Lexend"/>
            </a:endParaRPr>
          </a:p>
        </p:txBody>
      </p:sp>
      <p:sp>
        <p:nvSpPr>
          <p:cNvPr id="229" name="Google Shape;229;p29"/>
          <p:cNvSpPr txBox="1"/>
          <p:nvPr/>
        </p:nvSpPr>
        <p:spPr>
          <a:xfrm>
            <a:off x="822960" y="4187952"/>
            <a:ext cx="4389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Lexend"/>
              <a:buNone/>
            </a:pPr>
            <a:r>
              <a:rPr b="0" i="0" lang="en" sz="1100" u="none" cap="none" strike="noStrike">
                <a:solidFill>
                  <a:srgbClr val="FFFFFF"/>
                </a:solidFill>
                <a:latin typeface="Lexend"/>
                <a:ea typeface="Lexend"/>
                <a:cs typeface="Lexend"/>
                <a:sym typeface="Lexend"/>
              </a:rPr>
              <a:t>Mục 3</a:t>
            </a:r>
            <a:endParaRPr b="0" i="0" sz="1100" u="none" cap="none" strike="noStrike">
              <a:solidFill>
                <a:schemeClr val="dk1"/>
              </a:solidFill>
              <a:latin typeface="Lexend"/>
              <a:ea typeface="Lexend"/>
              <a:cs typeface="Lexend"/>
              <a:sym typeface="Lexend"/>
            </a:endParaRPr>
          </a:p>
        </p:txBody>
      </p:sp>
      <p:pic>
        <p:nvPicPr>
          <p:cNvPr id="230" name="Google Shape;230;p29"/>
          <p:cNvPicPr preferRelativeResize="0"/>
          <p:nvPr/>
        </p:nvPicPr>
        <p:blipFill rotWithShape="1">
          <a:blip r:embed="rId3">
            <a:alphaModFix/>
          </a:blip>
          <a:srcRect b="0" l="9728" r="7126" t="0"/>
          <a:stretch/>
        </p:blipFill>
        <p:spPr>
          <a:xfrm flipH="1">
            <a:off x="5486401" y="0"/>
            <a:ext cx="3657600" cy="51435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0"/>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01 · CHỦ ĐỀ</a:t>
            </a:r>
            <a:endParaRPr sz="800"/>
          </a:p>
        </p:txBody>
      </p:sp>
      <p:sp>
        <p:nvSpPr>
          <p:cNvPr id="237" name="Google Shape;237;p30"/>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Slide chữ: tiêu đề nói kết luận, nội dung 3–5 ý</a:t>
            </a:r>
            <a:endParaRPr sz="1900"/>
          </a:p>
        </p:txBody>
      </p:sp>
      <p:sp>
        <p:nvSpPr>
          <p:cNvPr id="238" name="Google Shape;238;p30"/>
          <p:cNvSpPr txBox="1"/>
          <p:nvPr>
            <p:ph idx="3" type="body"/>
          </p:nvPr>
        </p:nvSpPr>
        <p:spPr>
          <a:xfrm>
            <a:off x="457200" y="1417320"/>
            <a:ext cx="8229600" cy="310896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401F99"/>
              </a:buClr>
              <a:buSzPts val="1200"/>
              <a:buNone/>
            </a:pPr>
            <a:r>
              <a:rPr b="1" lang="en" sz="1200">
                <a:solidFill>
                  <a:srgbClr val="401F99"/>
                </a:solidFill>
                <a:latin typeface="Lexend"/>
                <a:ea typeface="Lexend"/>
                <a:cs typeface="Lexend"/>
                <a:sym typeface="Lexend"/>
              </a:rPr>
              <a:t>Ý thứ nhất: </a:t>
            </a:r>
            <a:r>
              <a:rPr lang="en" sz="1200">
                <a:solidFill>
                  <a:srgbClr val="1B1530"/>
                </a:solidFill>
                <a:latin typeface="Lexend"/>
                <a:ea typeface="Lexend"/>
                <a:cs typeface="Lexend"/>
                <a:sym typeface="Lexend"/>
              </a:rPr>
              <a:t>một câu ngắn, có số liệu nếu có.</a:t>
            </a:r>
            <a:endParaRPr sz="1200"/>
          </a:p>
          <a:p>
            <a:pPr indent="0" lvl="0" marL="0" rtl="0" algn="l">
              <a:lnSpc>
                <a:spcPct val="110000"/>
              </a:lnSpc>
              <a:spcBef>
                <a:spcPts val="840"/>
              </a:spcBef>
              <a:spcAft>
                <a:spcPts val="0"/>
              </a:spcAft>
              <a:buClr>
                <a:srgbClr val="401F99"/>
              </a:buClr>
              <a:buSzPts val="1200"/>
              <a:buNone/>
            </a:pPr>
            <a:r>
              <a:rPr b="1" lang="en" sz="1200">
                <a:solidFill>
                  <a:srgbClr val="401F99"/>
                </a:solidFill>
                <a:latin typeface="Lexend"/>
                <a:ea typeface="Lexend"/>
                <a:cs typeface="Lexend"/>
                <a:sym typeface="Lexend"/>
              </a:rPr>
              <a:t>Ý thứ hai: </a:t>
            </a:r>
            <a:r>
              <a:rPr lang="en" sz="1200">
                <a:solidFill>
                  <a:srgbClr val="1B1530"/>
                </a:solidFill>
                <a:latin typeface="Lexend"/>
                <a:ea typeface="Lexend"/>
                <a:cs typeface="Lexend"/>
                <a:sym typeface="Lexend"/>
              </a:rPr>
              <a:t>mỗi dòng một ý, động từ lên trước.</a:t>
            </a:r>
            <a:endParaRPr sz="1200"/>
          </a:p>
          <a:p>
            <a:pPr indent="0" lvl="0" marL="0" rtl="0" algn="l">
              <a:lnSpc>
                <a:spcPct val="110000"/>
              </a:lnSpc>
              <a:spcBef>
                <a:spcPts val="840"/>
              </a:spcBef>
              <a:spcAft>
                <a:spcPts val="0"/>
              </a:spcAft>
              <a:buClr>
                <a:srgbClr val="401F99"/>
              </a:buClr>
              <a:buSzPts val="1200"/>
              <a:buNone/>
            </a:pPr>
            <a:r>
              <a:rPr b="1" lang="en" sz="1200">
                <a:solidFill>
                  <a:srgbClr val="401F99"/>
                </a:solidFill>
                <a:latin typeface="Lexend"/>
                <a:ea typeface="Lexend"/>
                <a:cs typeface="Lexend"/>
                <a:sym typeface="Lexend"/>
              </a:rPr>
              <a:t>Ý thứ ba: </a:t>
            </a:r>
            <a:r>
              <a:rPr lang="en" sz="1200">
                <a:solidFill>
                  <a:srgbClr val="1B1530"/>
                </a:solidFill>
                <a:latin typeface="Lexend"/>
                <a:ea typeface="Lexend"/>
                <a:cs typeface="Lexend"/>
                <a:sym typeface="Lexend"/>
              </a:rPr>
              <a:t>tối đa 5 ý; nhiều hơn thì tách slide.</a:t>
            </a:r>
            <a:endParaRPr sz="1200"/>
          </a:p>
          <a:p>
            <a:pPr indent="0" lvl="0" marL="0" rtl="0" algn="l">
              <a:lnSpc>
                <a:spcPct val="110000"/>
              </a:lnSpc>
              <a:spcBef>
                <a:spcPts val="840"/>
              </a:spcBef>
              <a:spcAft>
                <a:spcPts val="0"/>
              </a:spcAft>
              <a:buClr>
                <a:srgbClr val="401F99"/>
              </a:buClr>
              <a:buSzPts val="1200"/>
              <a:buNone/>
            </a:pPr>
            <a:r>
              <a:rPr b="1" lang="en" sz="1200">
                <a:solidFill>
                  <a:srgbClr val="401F99"/>
                </a:solidFill>
                <a:latin typeface="Lexend"/>
                <a:ea typeface="Lexend"/>
                <a:cs typeface="Lexend"/>
                <a:sym typeface="Lexend"/>
              </a:rPr>
              <a:t>Ý thứ tư: </a:t>
            </a:r>
            <a:r>
              <a:rPr lang="en" sz="1200">
                <a:solidFill>
                  <a:srgbClr val="1B1530"/>
                </a:solidFill>
                <a:latin typeface="Lexend"/>
                <a:ea typeface="Lexend"/>
                <a:cs typeface="Lexend"/>
                <a:sym typeface="Lexend"/>
              </a:rPr>
              <a:t>chữ nội dung không nhỏ hơn 11pt.</a:t>
            </a:r>
            <a:endParaRPr sz="1200"/>
          </a:p>
        </p:txBody>
      </p:sp>
      <p:sp>
        <p:nvSpPr>
          <p:cNvPr id="239" name="Google Shape;239;p30"/>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240" name="Google Shape;240;p30"/>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01 · CHỦ ĐỀ</a:t>
            </a:r>
            <a:endParaRPr sz="800"/>
          </a:p>
        </p:txBody>
      </p:sp>
      <p:sp>
        <p:nvSpPr>
          <p:cNvPr id="247" name="Google Shape;247;p31"/>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Hai cột chữ: so sánh hoặc chia hai nhóm ý</a:t>
            </a:r>
            <a:endParaRPr sz="1900"/>
          </a:p>
        </p:txBody>
      </p:sp>
      <p:sp>
        <p:nvSpPr>
          <p:cNvPr id="248" name="Google Shape;248;p31"/>
          <p:cNvSpPr txBox="1"/>
          <p:nvPr>
            <p:ph idx="3" type="body"/>
          </p:nvPr>
        </p:nvSpPr>
        <p:spPr>
          <a:xfrm>
            <a:off x="457200" y="1417320"/>
            <a:ext cx="393192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401F99"/>
              </a:buClr>
              <a:buSzPts val="1300"/>
              <a:buNone/>
            </a:pPr>
            <a:r>
              <a:rPr b="1" lang="en" sz="1300">
                <a:solidFill>
                  <a:srgbClr val="401F99"/>
                </a:solidFill>
                <a:latin typeface="Lexend"/>
                <a:ea typeface="Lexend"/>
                <a:cs typeface="Lexend"/>
                <a:sym typeface="Lexend"/>
              </a:rPr>
              <a:t>Người tìm việc</a:t>
            </a:r>
            <a:endParaRPr sz="1300"/>
          </a:p>
        </p:txBody>
      </p:sp>
      <p:sp>
        <p:nvSpPr>
          <p:cNvPr id="249" name="Google Shape;249;p31"/>
          <p:cNvSpPr txBox="1"/>
          <p:nvPr>
            <p:ph idx="4" type="body"/>
          </p:nvPr>
        </p:nvSpPr>
        <p:spPr>
          <a:xfrm>
            <a:off x="457200" y="1874520"/>
            <a:ext cx="3931920" cy="265176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B1530"/>
              </a:buClr>
              <a:buSzPts val="1100"/>
              <a:buNone/>
            </a:pPr>
            <a:r>
              <a:rPr lang="en" sz="1100">
                <a:solidFill>
                  <a:srgbClr val="1B1530"/>
                </a:solidFill>
                <a:latin typeface="Lexend"/>
                <a:ea typeface="Lexend"/>
                <a:cs typeface="Lexend"/>
                <a:sym typeface="Lexend"/>
              </a:rPr>
              <a:t>Ý thứ nhất cho cột trái.</a:t>
            </a:r>
            <a:endParaRPr sz="1100"/>
          </a:p>
          <a:p>
            <a:pPr indent="0" lvl="0" marL="0" rtl="0" algn="l">
              <a:lnSpc>
                <a:spcPct val="110000"/>
              </a:lnSpc>
              <a:spcBef>
                <a:spcPts val="820"/>
              </a:spcBef>
              <a:spcAft>
                <a:spcPts val="0"/>
              </a:spcAft>
              <a:buClr>
                <a:srgbClr val="1B1530"/>
              </a:buClr>
              <a:buSzPts val="1100"/>
              <a:buNone/>
            </a:pPr>
            <a:r>
              <a:rPr lang="en" sz="1100">
                <a:solidFill>
                  <a:srgbClr val="1B1530"/>
                </a:solidFill>
                <a:latin typeface="Lexend"/>
                <a:ea typeface="Lexend"/>
                <a:cs typeface="Lexend"/>
                <a:sym typeface="Lexend"/>
              </a:rPr>
              <a:t>Ý thứ hai cho cột trái.</a:t>
            </a:r>
            <a:endParaRPr sz="1100"/>
          </a:p>
          <a:p>
            <a:pPr indent="0" lvl="0" marL="0" rtl="0" algn="l">
              <a:lnSpc>
                <a:spcPct val="110000"/>
              </a:lnSpc>
              <a:spcBef>
                <a:spcPts val="820"/>
              </a:spcBef>
              <a:spcAft>
                <a:spcPts val="0"/>
              </a:spcAft>
              <a:buClr>
                <a:srgbClr val="1B1530"/>
              </a:buClr>
              <a:buSzPts val="1100"/>
              <a:buNone/>
            </a:pPr>
            <a:r>
              <a:rPr lang="en" sz="1100">
                <a:solidFill>
                  <a:srgbClr val="1B1530"/>
                </a:solidFill>
                <a:latin typeface="Lexend"/>
                <a:ea typeface="Lexend"/>
                <a:cs typeface="Lexend"/>
                <a:sym typeface="Lexend"/>
              </a:rPr>
              <a:t>Ý thứ ba cho cột trái.</a:t>
            </a:r>
            <a:endParaRPr sz="1100"/>
          </a:p>
        </p:txBody>
      </p:sp>
      <p:sp>
        <p:nvSpPr>
          <p:cNvPr id="250" name="Google Shape;250;p31"/>
          <p:cNvSpPr txBox="1"/>
          <p:nvPr>
            <p:ph idx="5" type="body"/>
          </p:nvPr>
        </p:nvSpPr>
        <p:spPr>
          <a:xfrm>
            <a:off x="4754880" y="1417320"/>
            <a:ext cx="3931920" cy="3657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401F99"/>
              </a:buClr>
              <a:buSzPts val="1300"/>
              <a:buNone/>
            </a:pPr>
            <a:r>
              <a:rPr b="1" lang="en" sz="1300">
                <a:solidFill>
                  <a:srgbClr val="401F99"/>
                </a:solidFill>
                <a:latin typeface="Lexend"/>
                <a:ea typeface="Lexend"/>
                <a:cs typeface="Lexend"/>
                <a:sym typeface="Lexend"/>
              </a:rPr>
              <a:t>Nhà tuyển dụng</a:t>
            </a:r>
            <a:endParaRPr sz="1300"/>
          </a:p>
        </p:txBody>
      </p:sp>
      <p:sp>
        <p:nvSpPr>
          <p:cNvPr id="251" name="Google Shape;251;p31"/>
          <p:cNvSpPr txBox="1"/>
          <p:nvPr>
            <p:ph idx="6" type="body"/>
          </p:nvPr>
        </p:nvSpPr>
        <p:spPr>
          <a:xfrm>
            <a:off x="4754880" y="1874520"/>
            <a:ext cx="3931920" cy="265176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B1530"/>
              </a:buClr>
              <a:buSzPts val="1100"/>
              <a:buNone/>
            </a:pPr>
            <a:r>
              <a:rPr lang="en" sz="1100">
                <a:solidFill>
                  <a:srgbClr val="1B1530"/>
                </a:solidFill>
                <a:latin typeface="Lexend"/>
                <a:ea typeface="Lexend"/>
                <a:cs typeface="Lexend"/>
                <a:sym typeface="Lexend"/>
              </a:rPr>
              <a:t>Ý thứ nhất cho cột phải.</a:t>
            </a:r>
            <a:endParaRPr sz="1100"/>
          </a:p>
          <a:p>
            <a:pPr indent="0" lvl="0" marL="0" rtl="0" algn="l">
              <a:lnSpc>
                <a:spcPct val="110000"/>
              </a:lnSpc>
              <a:spcBef>
                <a:spcPts val="820"/>
              </a:spcBef>
              <a:spcAft>
                <a:spcPts val="0"/>
              </a:spcAft>
              <a:buClr>
                <a:srgbClr val="1B1530"/>
              </a:buClr>
              <a:buSzPts val="1100"/>
              <a:buNone/>
            </a:pPr>
            <a:r>
              <a:rPr lang="en" sz="1100">
                <a:solidFill>
                  <a:srgbClr val="1B1530"/>
                </a:solidFill>
                <a:latin typeface="Lexend"/>
                <a:ea typeface="Lexend"/>
                <a:cs typeface="Lexend"/>
                <a:sym typeface="Lexend"/>
              </a:rPr>
              <a:t>Ý thứ hai cho cột phải.</a:t>
            </a:r>
            <a:endParaRPr sz="1100"/>
          </a:p>
          <a:p>
            <a:pPr indent="0" lvl="0" marL="0" rtl="0" algn="l">
              <a:lnSpc>
                <a:spcPct val="110000"/>
              </a:lnSpc>
              <a:spcBef>
                <a:spcPts val="820"/>
              </a:spcBef>
              <a:spcAft>
                <a:spcPts val="0"/>
              </a:spcAft>
              <a:buClr>
                <a:srgbClr val="1B1530"/>
              </a:buClr>
              <a:buSzPts val="1100"/>
              <a:buNone/>
            </a:pPr>
            <a:r>
              <a:rPr lang="en" sz="1100">
                <a:solidFill>
                  <a:srgbClr val="1B1530"/>
                </a:solidFill>
                <a:latin typeface="Lexend"/>
                <a:ea typeface="Lexend"/>
                <a:cs typeface="Lexend"/>
                <a:sym typeface="Lexend"/>
              </a:rPr>
              <a:t>Ý thứ ba cho cột phải.</a:t>
            </a:r>
            <a:endParaRPr sz="1100"/>
          </a:p>
        </p:txBody>
      </p:sp>
      <p:cxnSp>
        <p:nvCxnSpPr>
          <p:cNvPr id="252" name="Google Shape;252;p31"/>
          <p:cNvCxnSpPr/>
          <p:nvPr/>
        </p:nvCxnSpPr>
        <p:spPr>
          <a:xfrm>
            <a:off x="4572000" y="1463040"/>
            <a:ext cx="0" cy="3017520"/>
          </a:xfrm>
          <a:prstGeom prst="straightConnector1">
            <a:avLst/>
          </a:prstGeom>
          <a:noFill/>
          <a:ln cap="flat" cmpd="sng" w="12700">
            <a:solidFill>
              <a:srgbClr val="E6E3EE"/>
            </a:solidFill>
            <a:prstDash val="solid"/>
            <a:round/>
            <a:headEnd len="sm" w="sm" type="none"/>
            <a:tailEnd len="sm" w="sm" type="none"/>
          </a:ln>
        </p:spPr>
      </p:cxnSp>
      <p:sp>
        <p:nvSpPr>
          <p:cNvPr id="253" name="Google Shape;253;p31"/>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254" name="Google Shape;254;p31"/>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2"/>
          <p:cNvSpPr txBox="1"/>
          <p:nvPr>
            <p:ph idx="1" type="body"/>
          </p:nvPr>
        </p:nvSpPr>
        <p:spPr>
          <a:xfrm>
            <a:off x="1188720" y="1188720"/>
            <a:ext cx="6949440" cy="2194560"/>
          </a:xfrm>
          <a:prstGeom prst="rect">
            <a:avLst/>
          </a:prstGeom>
          <a:noFill/>
          <a:ln>
            <a:noFill/>
          </a:ln>
        </p:spPr>
        <p:txBody>
          <a:bodyPr anchorCtr="0" anchor="ctr" bIns="0" lIns="0" spcFirstLastPara="1" rIns="0" wrap="square" tIns="0">
            <a:noAutofit/>
          </a:bodyPr>
          <a:lstStyle/>
          <a:p>
            <a:pPr indent="0" lvl="0" marL="0" rtl="0" algn="l">
              <a:lnSpc>
                <a:spcPct val="105000"/>
              </a:lnSpc>
              <a:spcBef>
                <a:spcPts val="0"/>
              </a:spcBef>
              <a:spcAft>
                <a:spcPts val="0"/>
              </a:spcAft>
              <a:buClr>
                <a:srgbClr val="FFFFFF"/>
              </a:buClr>
              <a:buSzPts val="2600"/>
              <a:buNone/>
            </a:pPr>
            <a:r>
              <a:rPr b="1" lang="en" sz="2600">
                <a:solidFill>
                  <a:srgbClr val="FFFFFF"/>
                </a:solidFill>
                <a:latin typeface="Lexend"/>
                <a:ea typeface="Lexend"/>
                <a:cs typeface="Lexend"/>
                <a:sym typeface="Lexend"/>
              </a:rPr>
              <a:t>Đi làm để sống cuộc đời mình muốn — mỗi người Việt tìm được việc phù hợp nhanh hơn, dễ dàng hơn.</a:t>
            </a:r>
            <a:endParaRPr sz="2600"/>
          </a:p>
        </p:txBody>
      </p:sp>
      <p:sp>
        <p:nvSpPr>
          <p:cNvPr id="261" name="Google Shape;261;p32"/>
          <p:cNvSpPr txBox="1"/>
          <p:nvPr>
            <p:ph idx="2" type="body"/>
          </p:nvPr>
        </p:nvSpPr>
        <p:spPr>
          <a:xfrm>
            <a:off x="1188720" y="3566160"/>
            <a:ext cx="54864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CAFB"/>
              </a:buClr>
              <a:buSzPts val="1100"/>
              <a:buNone/>
            </a:pPr>
            <a:r>
              <a:rPr lang="en" sz="1100">
                <a:solidFill>
                  <a:srgbClr val="00CAFB"/>
                </a:solidFill>
                <a:latin typeface="Lexend"/>
                <a:ea typeface="Lexend"/>
                <a:cs typeface="Lexend"/>
                <a:sym typeface="Lexend"/>
              </a:rPr>
              <a:t>Tên người nói · Chức danh</a:t>
            </a:r>
            <a:endParaRPr sz="1100"/>
          </a:p>
        </p:txBody>
      </p:sp>
      <p:sp>
        <p:nvSpPr>
          <p:cNvPr id="262" name="Google Shape;262;p32"/>
          <p:cNvSpPr txBox="1"/>
          <p:nvPr>
            <p:ph idx="3"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EFE4FF"/>
              </a:buClr>
              <a:buSzPts val="650"/>
              <a:buNone/>
            </a:pPr>
            <a:r>
              <a:t/>
            </a:r>
            <a:endParaRPr sz="650"/>
          </a:p>
        </p:txBody>
      </p:sp>
      <p:sp>
        <p:nvSpPr>
          <p:cNvPr id="263" name="Google Shape;263;p32"/>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401F99"/>
                </a:solidFill>
                <a:latin typeface="Lexend"/>
                <a:ea typeface="Lexend"/>
                <a:cs typeface="Lexend"/>
                <a:sym typeface="Lexend"/>
              </a:rPr>
              <a:t>‹#›</a:t>
            </a:fld>
            <a:endParaRPr b="0" i="0" sz="750" u="none" cap="none" strike="noStrike">
              <a:solidFill>
                <a:srgbClr val="401F99"/>
              </a:solidFill>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descr="/home/claude/deck/v2/img/full.jpg" id="269" name="Google Shape;269;p3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70" name="Google Shape;270;p33"/>
          <p:cNvSpPr/>
          <p:nvPr/>
        </p:nvSpPr>
        <p:spPr>
          <a:xfrm>
            <a:off x="0" y="0"/>
            <a:ext cx="5120640" cy="5143500"/>
          </a:xfrm>
          <a:prstGeom prst="rect">
            <a:avLst/>
          </a:prstGeom>
          <a:solidFill>
            <a:srgbClr val="401F99">
              <a:alpha val="78039"/>
            </a:srgbClr>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3"/>
          <p:cNvSpPr txBox="1"/>
          <p:nvPr/>
        </p:nvSpPr>
        <p:spPr>
          <a:xfrm>
            <a:off x="457200" y="822960"/>
            <a:ext cx="4206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AFB"/>
              </a:buClr>
              <a:buSzPts val="800"/>
              <a:buFont typeface="Lexend"/>
              <a:buNone/>
            </a:pPr>
            <a:r>
              <a:rPr b="1" i="0" lang="en" sz="800" u="none" cap="none" strike="noStrike">
                <a:solidFill>
                  <a:srgbClr val="00CAFB"/>
                </a:solidFill>
                <a:latin typeface="Lexend"/>
                <a:ea typeface="Lexend"/>
                <a:cs typeface="Lexend"/>
                <a:sym typeface="Lexend"/>
              </a:rPr>
              <a:t>CÂU CHUYỆN / CASE STUDY</a:t>
            </a:r>
            <a:endParaRPr b="0" i="0" sz="800" u="none" cap="none" strike="noStrike">
              <a:solidFill>
                <a:schemeClr val="dk1"/>
              </a:solidFill>
              <a:latin typeface="Lexend"/>
              <a:ea typeface="Lexend"/>
              <a:cs typeface="Lexend"/>
              <a:sym typeface="Lexend"/>
            </a:endParaRPr>
          </a:p>
        </p:txBody>
      </p:sp>
      <p:sp>
        <p:nvSpPr>
          <p:cNvPr id="272" name="Google Shape;272;p33"/>
          <p:cNvSpPr txBox="1"/>
          <p:nvPr/>
        </p:nvSpPr>
        <p:spPr>
          <a:xfrm>
            <a:off x="457200" y="1188720"/>
            <a:ext cx="4206240" cy="128016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FFFFFF"/>
              </a:buClr>
              <a:buSzPts val="2400"/>
              <a:buFont typeface="Lexend"/>
              <a:buNone/>
            </a:pPr>
            <a:r>
              <a:rPr b="1" i="0" lang="en" sz="2400" u="none" cap="none" strike="noStrike">
                <a:solidFill>
                  <a:srgbClr val="FFFFFF"/>
                </a:solidFill>
                <a:latin typeface="Lexend"/>
                <a:ea typeface="Lexend"/>
                <a:cs typeface="Lexend"/>
                <a:sym typeface="Lexend"/>
              </a:rPr>
              <a:t>Ảnh tràn slide với lớp phủ tím phía sau chữ</a:t>
            </a:r>
            <a:endParaRPr b="0" i="0" sz="2400" u="none" cap="none" strike="noStrike">
              <a:solidFill>
                <a:schemeClr val="dk1"/>
              </a:solidFill>
              <a:latin typeface="Lexend"/>
              <a:ea typeface="Lexend"/>
              <a:cs typeface="Lexend"/>
              <a:sym typeface="Lexend"/>
            </a:endParaRPr>
          </a:p>
        </p:txBody>
      </p:sp>
      <p:sp>
        <p:nvSpPr>
          <p:cNvPr id="273" name="Google Shape;273;p33"/>
          <p:cNvSpPr txBox="1"/>
          <p:nvPr/>
        </p:nvSpPr>
        <p:spPr>
          <a:xfrm>
            <a:off x="457200" y="2651760"/>
            <a:ext cx="40233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Lexend"/>
              <a:buNone/>
            </a:pPr>
            <a:r>
              <a:rPr b="0" i="0" lang="en" sz="1100" u="none" cap="none" strike="noStrike">
                <a:solidFill>
                  <a:srgbClr val="FFFFFF"/>
                </a:solidFill>
                <a:latin typeface="Lexend"/>
                <a:ea typeface="Lexend"/>
                <a:cs typeface="Lexend"/>
                <a:sym typeface="Lexend"/>
              </a:rPr>
              <a:t>Dùng khi kể chuyện người thật – việc thật. Lớp phủ tím 60–80% giúp chữ trắng đọc rõ trên ảnh (theo guideline).</a:t>
            </a:r>
            <a:endParaRPr b="0" i="0" sz="1100" u="none" cap="none" strike="noStrike">
              <a:solidFill>
                <a:schemeClr val="dk1"/>
              </a:solidFill>
              <a:latin typeface="Lexend"/>
              <a:ea typeface="Lexend"/>
              <a:cs typeface="Lexend"/>
              <a:sym typeface="Lexend"/>
            </a:endParaRPr>
          </a:p>
        </p:txBody>
      </p:sp>
      <p:pic>
        <p:nvPicPr>
          <p:cNvPr descr="/home/claude/deck/v2/img/logo-new-white.png" id="274" name="Google Shape;274;p33"/>
          <p:cNvPicPr preferRelativeResize="0"/>
          <p:nvPr/>
        </p:nvPicPr>
        <p:blipFill rotWithShape="1">
          <a:blip r:embed="rId4">
            <a:alphaModFix/>
          </a:blip>
          <a:srcRect b="0" l="0" r="0" t="0"/>
          <a:stretch/>
        </p:blipFill>
        <p:spPr>
          <a:xfrm>
            <a:off x="457200" y="4754880"/>
            <a:ext cx="950976" cy="201168"/>
          </a:xfrm>
          <a:prstGeom prst="rect">
            <a:avLst/>
          </a:prstGeom>
          <a:noFill/>
          <a:ln>
            <a:noFill/>
          </a:ln>
        </p:spPr>
      </p:pic>
      <p:sp>
        <p:nvSpPr>
          <p:cNvPr id="275" name="Google Shape;275;p33"/>
          <p:cNvSpPr txBox="1"/>
          <p:nvPr>
            <p:ph idx="4294967295" type="sldNum"/>
          </p:nvPr>
        </p:nvSpPr>
        <p:spPr>
          <a:xfrm>
            <a:off x="8394192" y="46908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34"/>
          <p:cNvPicPr preferRelativeResize="0"/>
          <p:nvPr/>
        </p:nvPicPr>
        <p:blipFill rotWithShape="1">
          <a:blip r:embed="rId3">
            <a:alphaModFix/>
          </a:blip>
          <a:srcRect b="0" l="3874" r="0" t="0"/>
          <a:stretch/>
        </p:blipFill>
        <p:spPr>
          <a:xfrm>
            <a:off x="5487401" y="0"/>
            <a:ext cx="3657600" cy="5143501"/>
          </a:xfrm>
          <a:prstGeom prst="rect">
            <a:avLst/>
          </a:prstGeom>
          <a:noFill/>
          <a:ln>
            <a:noFill/>
          </a:ln>
        </p:spPr>
      </p:pic>
      <p:sp>
        <p:nvSpPr>
          <p:cNvPr id="282" name="Google Shape;282;p34"/>
          <p:cNvSpPr txBox="1"/>
          <p:nvPr>
            <p:ph idx="3" type="body"/>
          </p:nvPr>
        </p:nvSpPr>
        <p:spPr>
          <a:xfrm>
            <a:off x="621792" y="301752"/>
            <a:ext cx="40233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01 · CHỦ ĐỀ</a:t>
            </a:r>
            <a:endParaRPr sz="800"/>
          </a:p>
        </p:txBody>
      </p:sp>
      <p:sp>
        <p:nvSpPr>
          <p:cNvPr id="283" name="Google Shape;283;p34"/>
          <p:cNvSpPr txBox="1"/>
          <p:nvPr>
            <p:ph type="title"/>
          </p:nvPr>
        </p:nvSpPr>
        <p:spPr>
          <a:xfrm>
            <a:off x="457200" y="603504"/>
            <a:ext cx="420624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Ảnh nửa slide + nội dung</a:t>
            </a:r>
            <a:endParaRPr sz="1900"/>
          </a:p>
        </p:txBody>
      </p:sp>
      <p:sp>
        <p:nvSpPr>
          <p:cNvPr id="284" name="Google Shape;284;p34"/>
          <p:cNvSpPr txBox="1"/>
          <p:nvPr>
            <p:ph idx="4" type="body"/>
          </p:nvPr>
        </p:nvSpPr>
        <p:spPr>
          <a:xfrm>
            <a:off x="457200" y="1417320"/>
            <a:ext cx="4206240" cy="310896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B1530"/>
              </a:buClr>
              <a:buSzPts val="1100"/>
              <a:buNone/>
            </a:pPr>
            <a:r>
              <a:rPr lang="en" sz="1100">
                <a:solidFill>
                  <a:srgbClr val="1B1530"/>
                </a:solidFill>
                <a:latin typeface="Lexend"/>
                <a:ea typeface="Lexend"/>
                <a:cs typeface="Lexend"/>
                <a:sym typeface="Lexend"/>
              </a:rPr>
              <a:t>Đoạn mô tả ngắn 2–3 câu.</a:t>
            </a:r>
            <a:endParaRPr sz="1100"/>
          </a:p>
          <a:p>
            <a:pPr indent="0" lvl="0" marL="0" rtl="0" algn="l">
              <a:lnSpc>
                <a:spcPct val="110000"/>
              </a:lnSpc>
              <a:spcBef>
                <a:spcPts val="820"/>
              </a:spcBef>
              <a:spcAft>
                <a:spcPts val="0"/>
              </a:spcAft>
              <a:buClr>
                <a:srgbClr val="1B1530"/>
              </a:buClr>
              <a:buSzPts val="1100"/>
              <a:buNone/>
            </a:pPr>
            <a:r>
              <a:rPr lang="en" sz="1100">
                <a:solidFill>
                  <a:srgbClr val="1B1530"/>
                </a:solidFill>
                <a:latin typeface="Lexend"/>
                <a:ea typeface="Lexend"/>
                <a:cs typeface="Lexend"/>
                <a:sym typeface="Lexend"/>
              </a:rPr>
              <a:t>Có thể thêm gạch đầu dòng.</a:t>
            </a:r>
            <a:endParaRPr sz="1100"/>
          </a:p>
          <a:p>
            <a:pPr indent="0" lvl="0" marL="0" rtl="0" algn="l">
              <a:lnSpc>
                <a:spcPct val="110000"/>
              </a:lnSpc>
              <a:spcBef>
                <a:spcPts val="820"/>
              </a:spcBef>
              <a:spcAft>
                <a:spcPts val="0"/>
              </a:spcAft>
              <a:buClr>
                <a:srgbClr val="1B1530"/>
              </a:buClr>
              <a:buSzPts val="1100"/>
              <a:buNone/>
            </a:pPr>
            <a:r>
              <a:rPr lang="en" sz="1100">
                <a:solidFill>
                  <a:srgbClr val="1B1530"/>
                </a:solidFill>
                <a:latin typeface="Lexend"/>
                <a:ea typeface="Lexend"/>
                <a:cs typeface="Lexend"/>
                <a:sym typeface="Lexend"/>
              </a:rPr>
              <a:t>Ảnh: người Việt, việc thật, ánh sáng tự nhiên.</a:t>
            </a:r>
            <a:endParaRPr sz="1100"/>
          </a:p>
        </p:txBody>
      </p:sp>
      <p:sp>
        <p:nvSpPr>
          <p:cNvPr id="285" name="Google Shape;285;p34"/>
          <p:cNvSpPr txBox="1"/>
          <p:nvPr>
            <p:ph idx="2"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286" name="Google Shape;286;p34"/>
          <p:cNvSpPr txBox="1"/>
          <p:nvPr>
            <p:ph idx="4294967295" type="sldNum"/>
          </p:nvPr>
        </p:nvSpPr>
        <p:spPr>
          <a:xfrm>
            <a:off x="8394192" y="469087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5"/>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ĐIỂM NHẤN</a:t>
            </a:r>
            <a:endParaRPr sz="800"/>
          </a:p>
        </p:txBody>
      </p:sp>
      <p:sp>
        <p:nvSpPr>
          <p:cNvPr id="293" name="Google Shape;293;p35"/>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Điểm nhấn: 4 con số quan trọng nhất</a:t>
            </a:r>
            <a:endParaRPr sz="1900"/>
          </a:p>
        </p:txBody>
      </p:sp>
      <p:sp>
        <p:nvSpPr>
          <p:cNvPr id="294" name="Google Shape;294;p35"/>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295" name="Google Shape;295;p35"/>
          <p:cNvSpPr/>
          <p:nvPr/>
        </p:nvSpPr>
        <p:spPr>
          <a:xfrm>
            <a:off x="457200" y="1417320"/>
            <a:ext cx="347472" cy="347472"/>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bag.png" id="296" name="Google Shape;296;p35"/>
          <p:cNvPicPr preferRelativeResize="0"/>
          <p:nvPr/>
        </p:nvPicPr>
        <p:blipFill rotWithShape="1">
          <a:blip r:embed="rId3">
            <a:alphaModFix/>
          </a:blip>
          <a:srcRect b="0" l="0" r="0" t="0"/>
          <a:stretch/>
        </p:blipFill>
        <p:spPr>
          <a:xfrm>
            <a:off x="540593" y="1500713"/>
            <a:ext cx="180685" cy="180685"/>
          </a:xfrm>
          <a:prstGeom prst="rect">
            <a:avLst/>
          </a:prstGeom>
          <a:noFill/>
          <a:ln>
            <a:noFill/>
          </a:ln>
        </p:spPr>
      </p:pic>
      <p:sp>
        <p:nvSpPr>
          <p:cNvPr id="297" name="Google Shape;297;p35"/>
          <p:cNvSpPr txBox="1"/>
          <p:nvPr/>
        </p:nvSpPr>
        <p:spPr>
          <a:xfrm>
            <a:off x="457200" y="1828800"/>
            <a:ext cx="182880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401F99"/>
              </a:buClr>
              <a:buSzPts val="3000"/>
              <a:buFont typeface="Lexend"/>
              <a:buNone/>
            </a:pPr>
            <a:r>
              <a:rPr b="1" i="0" lang="en" sz="3000" u="none" cap="none" strike="noStrike">
                <a:solidFill>
                  <a:srgbClr val="401F99"/>
                </a:solidFill>
                <a:latin typeface="Lexend"/>
                <a:ea typeface="Lexend"/>
                <a:cs typeface="Lexend"/>
                <a:sym typeface="Lexend"/>
              </a:rPr>
              <a:t>+16%</a:t>
            </a:r>
            <a:endParaRPr b="0" i="0" sz="3000" u="none" cap="none" strike="noStrike">
              <a:solidFill>
                <a:schemeClr val="dk1"/>
              </a:solidFill>
              <a:latin typeface="Lexend"/>
              <a:ea typeface="Lexend"/>
              <a:cs typeface="Lexend"/>
              <a:sym typeface="Lexend"/>
            </a:endParaRPr>
          </a:p>
        </p:txBody>
      </p:sp>
      <p:sp>
        <p:nvSpPr>
          <p:cNvPr id="298" name="Google Shape;298;p35"/>
          <p:cNvSpPr txBox="1"/>
          <p:nvPr/>
        </p:nvSpPr>
        <p:spPr>
          <a:xfrm>
            <a:off x="457200" y="2432304"/>
            <a:ext cx="18288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ngắn con số, có kỳ so sánh</a:t>
            </a:r>
            <a:endParaRPr b="0" i="0" sz="850" u="none" cap="none" strike="noStrike">
              <a:solidFill>
                <a:schemeClr val="dk1"/>
              </a:solidFill>
              <a:latin typeface="Lexend"/>
              <a:ea typeface="Lexend"/>
              <a:cs typeface="Lexend"/>
              <a:sym typeface="Lexend"/>
            </a:endParaRPr>
          </a:p>
        </p:txBody>
      </p:sp>
      <p:cxnSp>
        <p:nvCxnSpPr>
          <p:cNvPr id="299" name="Google Shape;299;p35"/>
          <p:cNvCxnSpPr/>
          <p:nvPr/>
        </p:nvCxnSpPr>
        <p:spPr>
          <a:xfrm>
            <a:off x="2423160" y="1417320"/>
            <a:ext cx="0" cy="1417320"/>
          </a:xfrm>
          <a:prstGeom prst="straightConnector1">
            <a:avLst/>
          </a:prstGeom>
          <a:noFill/>
          <a:ln cap="flat" cmpd="sng" w="12700">
            <a:solidFill>
              <a:srgbClr val="E6E3EE"/>
            </a:solidFill>
            <a:prstDash val="solid"/>
            <a:round/>
            <a:headEnd len="sm" w="sm" type="none"/>
            <a:tailEnd len="sm" w="sm" type="none"/>
          </a:ln>
        </p:spPr>
      </p:cxnSp>
      <p:sp>
        <p:nvSpPr>
          <p:cNvPr id="300" name="Google Shape;300;p35"/>
          <p:cNvSpPr/>
          <p:nvPr/>
        </p:nvSpPr>
        <p:spPr>
          <a:xfrm>
            <a:off x="2560320" y="1417320"/>
            <a:ext cx="347472" cy="347472"/>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chart.png" id="301" name="Google Shape;301;p35"/>
          <p:cNvPicPr preferRelativeResize="0"/>
          <p:nvPr/>
        </p:nvPicPr>
        <p:blipFill rotWithShape="1">
          <a:blip r:embed="rId4">
            <a:alphaModFix/>
          </a:blip>
          <a:srcRect b="0" l="0" r="0" t="0"/>
          <a:stretch/>
        </p:blipFill>
        <p:spPr>
          <a:xfrm>
            <a:off x="2643713" y="1500713"/>
            <a:ext cx="180685" cy="180685"/>
          </a:xfrm>
          <a:prstGeom prst="rect">
            <a:avLst/>
          </a:prstGeom>
          <a:noFill/>
          <a:ln>
            <a:noFill/>
          </a:ln>
        </p:spPr>
      </p:pic>
      <p:sp>
        <p:nvSpPr>
          <p:cNvPr id="302" name="Google Shape;302;p35"/>
          <p:cNvSpPr txBox="1"/>
          <p:nvPr/>
        </p:nvSpPr>
        <p:spPr>
          <a:xfrm>
            <a:off x="2560320" y="1828800"/>
            <a:ext cx="182880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401F99"/>
              </a:buClr>
              <a:buSzPts val="3000"/>
              <a:buFont typeface="Lexend"/>
              <a:buNone/>
            </a:pPr>
            <a:r>
              <a:rPr b="1" i="0" lang="en" sz="3000" u="none" cap="none" strike="noStrike">
                <a:solidFill>
                  <a:srgbClr val="401F99"/>
                </a:solidFill>
                <a:latin typeface="Lexend"/>
                <a:ea typeface="Lexend"/>
                <a:cs typeface="Lexend"/>
                <a:sym typeface="Lexend"/>
              </a:rPr>
              <a:t>+69%</a:t>
            </a:r>
            <a:endParaRPr b="0" i="0" sz="3000" u="none" cap="none" strike="noStrike">
              <a:solidFill>
                <a:schemeClr val="dk1"/>
              </a:solidFill>
              <a:latin typeface="Lexend"/>
              <a:ea typeface="Lexend"/>
              <a:cs typeface="Lexend"/>
              <a:sym typeface="Lexend"/>
            </a:endParaRPr>
          </a:p>
        </p:txBody>
      </p:sp>
      <p:sp>
        <p:nvSpPr>
          <p:cNvPr id="303" name="Google Shape;303;p35"/>
          <p:cNvSpPr txBox="1"/>
          <p:nvPr/>
        </p:nvSpPr>
        <p:spPr>
          <a:xfrm>
            <a:off x="2560320" y="2432304"/>
            <a:ext cx="18288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ngắn con số, có kỳ so sánh</a:t>
            </a:r>
            <a:endParaRPr b="0" i="0" sz="850" u="none" cap="none" strike="noStrike">
              <a:solidFill>
                <a:schemeClr val="dk1"/>
              </a:solidFill>
              <a:latin typeface="Lexend"/>
              <a:ea typeface="Lexend"/>
              <a:cs typeface="Lexend"/>
              <a:sym typeface="Lexend"/>
            </a:endParaRPr>
          </a:p>
        </p:txBody>
      </p:sp>
      <p:cxnSp>
        <p:nvCxnSpPr>
          <p:cNvPr id="304" name="Google Shape;304;p35"/>
          <p:cNvCxnSpPr/>
          <p:nvPr/>
        </p:nvCxnSpPr>
        <p:spPr>
          <a:xfrm>
            <a:off x="4526280" y="1417320"/>
            <a:ext cx="0" cy="1417320"/>
          </a:xfrm>
          <a:prstGeom prst="straightConnector1">
            <a:avLst/>
          </a:prstGeom>
          <a:noFill/>
          <a:ln cap="flat" cmpd="sng" w="12700">
            <a:solidFill>
              <a:srgbClr val="E6E3EE"/>
            </a:solidFill>
            <a:prstDash val="solid"/>
            <a:round/>
            <a:headEnd len="sm" w="sm" type="none"/>
            <a:tailEnd len="sm" w="sm" type="none"/>
          </a:ln>
        </p:spPr>
      </p:cxnSp>
      <p:sp>
        <p:nvSpPr>
          <p:cNvPr id="305" name="Google Shape;305;p35"/>
          <p:cNvSpPr/>
          <p:nvPr/>
        </p:nvSpPr>
        <p:spPr>
          <a:xfrm>
            <a:off x="4663440" y="1417320"/>
            <a:ext cx="347472" cy="347472"/>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doc.png" id="306" name="Google Shape;306;p35"/>
          <p:cNvPicPr preferRelativeResize="0"/>
          <p:nvPr/>
        </p:nvPicPr>
        <p:blipFill rotWithShape="1">
          <a:blip r:embed="rId5">
            <a:alphaModFix/>
          </a:blip>
          <a:srcRect b="0" l="0" r="0" t="0"/>
          <a:stretch/>
        </p:blipFill>
        <p:spPr>
          <a:xfrm>
            <a:off x="4746833" y="1500713"/>
            <a:ext cx="180685" cy="180685"/>
          </a:xfrm>
          <a:prstGeom prst="rect">
            <a:avLst/>
          </a:prstGeom>
          <a:noFill/>
          <a:ln>
            <a:noFill/>
          </a:ln>
        </p:spPr>
      </p:pic>
      <p:sp>
        <p:nvSpPr>
          <p:cNvPr id="307" name="Google Shape;307;p35"/>
          <p:cNvSpPr txBox="1"/>
          <p:nvPr/>
        </p:nvSpPr>
        <p:spPr>
          <a:xfrm>
            <a:off x="4663440" y="1828800"/>
            <a:ext cx="182880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401F99"/>
              </a:buClr>
              <a:buSzPts val="3000"/>
              <a:buFont typeface="Lexend"/>
              <a:buNone/>
            </a:pPr>
            <a:r>
              <a:rPr b="1" i="0" lang="en" sz="3000" u="none" cap="none" strike="noStrike">
                <a:solidFill>
                  <a:srgbClr val="401F99"/>
                </a:solidFill>
                <a:latin typeface="Lexend"/>
                <a:ea typeface="Lexend"/>
                <a:cs typeface="Lexend"/>
                <a:sym typeface="Lexend"/>
              </a:rPr>
              <a:t>12.5 tr</a:t>
            </a:r>
            <a:endParaRPr b="0" i="0" sz="3000" u="none" cap="none" strike="noStrike">
              <a:solidFill>
                <a:schemeClr val="dk1"/>
              </a:solidFill>
              <a:latin typeface="Lexend"/>
              <a:ea typeface="Lexend"/>
              <a:cs typeface="Lexend"/>
              <a:sym typeface="Lexend"/>
            </a:endParaRPr>
          </a:p>
        </p:txBody>
      </p:sp>
      <p:sp>
        <p:nvSpPr>
          <p:cNvPr id="308" name="Google Shape;308;p35"/>
          <p:cNvSpPr txBox="1"/>
          <p:nvPr/>
        </p:nvSpPr>
        <p:spPr>
          <a:xfrm>
            <a:off x="4663440" y="2432304"/>
            <a:ext cx="18288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ngắn con số, có kỳ so sánh</a:t>
            </a:r>
            <a:endParaRPr b="0" i="0" sz="850" u="none" cap="none" strike="noStrike">
              <a:solidFill>
                <a:schemeClr val="dk1"/>
              </a:solidFill>
              <a:latin typeface="Lexend"/>
              <a:ea typeface="Lexend"/>
              <a:cs typeface="Lexend"/>
              <a:sym typeface="Lexend"/>
            </a:endParaRPr>
          </a:p>
        </p:txBody>
      </p:sp>
      <p:cxnSp>
        <p:nvCxnSpPr>
          <p:cNvPr id="309" name="Google Shape;309;p35"/>
          <p:cNvCxnSpPr/>
          <p:nvPr/>
        </p:nvCxnSpPr>
        <p:spPr>
          <a:xfrm>
            <a:off x="6629400" y="1417320"/>
            <a:ext cx="0" cy="1417320"/>
          </a:xfrm>
          <a:prstGeom prst="straightConnector1">
            <a:avLst/>
          </a:prstGeom>
          <a:noFill/>
          <a:ln cap="flat" cmpd="sng" w="12700">
            <a:solidFill>
              <a:srgbClr val="E6E3EE"/>
            </a:solidFill>
            <a:prstDash val="solid"/>
            <a:round/>
            <a:headEnd len="sm" w="sm" type="none"/>
            <a:tailEnd len="sm" w="sm" type="none"/>
          </a:ln>
        </p:spPr>
      </p:cxnSp>
      <p:sp>
        <p:nvSpPr>
          <p:cNvPr id="310" name="Google Shape;310;p35"/>
          <p:cNvSpPr/>
          <p:nvPr/>
        </p:nvSpPr>
        <p:spPr>
          <a:xfrm>
            <a:off x="6766560" y="1417320"/>
            <a:ext cx="347472" cy="347472"/>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clock.png" id="311" name="Google Shape;311;p35"/>
          <p:cNvPicPr preferRelativeResize="0"/>
          <p:nvPr/>
        </p:nvPicPr>
        <p:blipFill rotWithShape="1">
          <a:blip r:embed="rId6">
            <a:alphaModFix/>
          </a:blip>
          <a:srcRect b="0" l="0" r="0" t="0"/>
          <a:stretch/>
        </p:blipFill>
        <p:spPr>
          <a:xfrm>
            <a:off x="6849953" y="1500713"/>
            <a:ext cx="180685" cy="180685"/>
          </a:xfrm>
          <a:prstGeom prst="rect">
            <a:avLst/>
          </a:prstGeom>
          <a:noFill/>
          <a:ln>
            <a:noFill/>
          </a:ln>
        </p:spPr>
      </p:pic>
      <p:sp>
        <p:nvSpPr>
          <p:cNvPr id="312" name="Google Shape;312;p35"/>
          <p:cNvSpPr txBox="1"/>
          <p:nvPr/>
        </p:nvSpPr>
        <p:spPr>
          <a:xfrm>
            <a:off x="6766560" y="1828800"/>
            <a:ext cx="1828800" cy="5486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401F99"/>
              </a:buClr>
              <a:buSzPts val="3000"/>
              <a:buFont typeface="Lexend"/>
              <a:buNone/>
            </a:pPr>
            <a:r>
              <a:rPr b="1" i="0" lang="en" sz="3000" u="none" cap="none" strike="noStrike">
                <a:solidFill>
                  <a:srgbClr val="401F99"/>
                </a:solidFill>
                <a:latin typeface="Lexend"/>
                <a:ea typeface="Lexend"/>
                <a:cs typeface="Lexend"/>
                <a:sym typeface="Lexend"/>
              </a:rPr>
              <a:t>−10%</a:t>
            </a:r>
            <a:endParaRPr b="0" i="0" sz="3000" u="none" cap="none" strike="noStrike">
              <a:solidFill>
                <a:schemeClr val="dk1"/>
              </a:solidFill>
              <a:latin typeface="Lexend"/>
              <a:ea typeface="Lexend"/>
              <a:cs typeface="Lexend"/>
              <a:sym typeface="Lexend"/>
            </a:endParaRPr>
          </a:p>
        </p:txBody>
      </p:sp>
      <p:sp>
        <p:nvSpPr>
          <p:cNvPr id="313" name="Google Shape;313;p35"/>
          <p:cNvSpPr txBox="1"/>
          <p:nvPr/>
        </p:nvSpPr>
        <p:spPr>
          <a:xfrm>
            <a:off x="6766560" y="2432304"/>
            <a:ext cx="18288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ngắn con số, có kỳ so sánh</a:t>
            </a:r>
            <a:endParaRPr b="0" i="0" sz="850" u="none" cap="none" strike="noStrike">
              <a:solidFill>
                <a:schemeClr val="dk1"/>
              </a:solidFill>
              <a:latin typeface="Lexend"/>
              <a:ea typeface="Lexend"/>
              <a:cs typeface="Lexend"/>
              <a:sym typeface="Lexend"/>
            </a:endParaRPr>
          </a:p>
        </p:txBody>
      </p:sp>
      <p:sp>
        <p:nvSpPr>
          <p:cNvPr id="314" name="Google Shape;314;p35"/>
          <p:cNvSpPr/>
          <p:nvPr/>
        </p:nvSpPr>
        <p:spPr>
          <a:xfrm>
            <a:off x="457200" y="3108960"/>
            <a:ext cx="8229600" cy="1417320"/>
          </a:xfrm>
          <a:prstGeom prst="roundRect">
            <a:avLst>
              <a:gd fmla="val 12903"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5"/>
          <p:cNvSpPr/>
          <p:nvPr/>
        </p:nvSpPr>
        <p:spPr>
          <a:xfrm>
            <a:off x="685800" y="3310128"/>
            <a:ext cx="274320" cy="274320"/>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5"/>
          <p:cNvSpPr txBox="1"/>
          <p:nvPr/>
        </p:nvSpPr>
        <p:spPr>
          <a:xfrm>
            <a:off x="685800" y="33101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Lexend"/>
              <a:buNone/>
            </a:pPr>
            <a:r>
              <a:rPr b="1" i="0" lang="en" sz="900" u="none" cap="none" strike="noStrike">
                <a:solidFill>
                  <a:srgbClr val="FFFFFF"/>
                </a:solidFill>
                <a:latin typeface="Lexend"/>
                <a:ea typeface="Lexend"/>
                <a:cs typeface="Lexend"/>
                <a:sym typeface="Lexend"/>
              </a:rPr>
              <a:t>1</a:t>
            </a:r>
            <a:endParaRPr b="0" i="0" sz="900" u="none" cap="none" strike="noStrike">
              <a:solidFill>
                <a:schemeClr val="dk1"/>
              </a:solidFill>
              <a:latin typeface="Lexend"/>
              <a:ea typeface="Lexend"/>
              <a:cs typeface="Lexend"/>
              <a:sym typeface="Lexend"/>
            </a:endParaRPr>
          </a:p>
        </p:txBody>
      </p:sp>
      <p:sp>
        <p:nvSpPr>
          <p:cNvPr id="317" name="Google Shape;317;p35"/>
          <p:cNvSpPr txBox="1"/>
          <p:nvPr/>
        </p:nvSpPr>
        <p:spPr>
          <a:xfrm>
            <a:off x="1069848" y="3291840"/>
            <a:ext cx="2103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Ý chính 1</a:t>
            </a:r>
            <a:endParaRPr b="0" i="0" sz="9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Một câu giải thích, có số liệu.</a:t>
            </a:r>
            <a:endParaRPr b="0" i="0" sz="900" u="none" cap="none" strike="noStrike">
              <a:solidFill>
                <a:schemeClr val="dk1"/>
              </a:solidFill>
              <a:latin typeface="Lexend"/>
              <a:ea typeface="Lexend"/>
              <a:cs typeface="Lexend"/>
              <a:sym typeface="Lexend"/>
            </a:endParaRPr>
          </a:p>
        </p:txBody>
      </p:sp>
      <p:sp>
        <p:nvSpPr>
          <p:cNvPr id="318" name="Google Shape;318;p35"/>
          <p:cNvSpPr/>
          <p:nvPr/>
        </p:nvSpPr>
        <p:spPr>
          <a:xfrm>
            <a:off x="3383280" y="3310128"/>
            <a:ext cx="274320" cy="274320"/>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5"/>
          <p:cNvSpPr txBox="1"/>
          <p:nvPr/>
        </p:nvSpPr>
        <p:spPr>
          <a:xfrm>
            <a:off x="3383280" y="33101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Lexend"/>
              <a:buNone/>
            </a:pPr>
            <a:r>
              <a:rPr b="1" i="0" lang="en" sz="900" u="none" cap="none" strike="noStrike">
                <a:solidFill>
                  <a:srgbClr val="FFFFFF"/>
                </a:solidFill>
                <a:latin typeface="Lexend"/>
                <a:ea typeface="Lexend"/>
                <a:cs typeface="Lexend"/>
                <a:sym typeface="Lexend"/>
              </a:rPr>
              <a:t>2</a:t>
            </a:r>
            <a:endParaRPr b="0" i="0" sz="900" u="none" cap="none" strike="noStrike">
              <a:solidFill>
                <a:schemeClr val="dk1"/>
              </a:solidFill>
              <a:latin typeface="Lexend"/>
              <a:ea typeface="Lexend"/>
              <a:cs typeface="Lexend"/>
              <a:sym typeface="Lexend"/>
            </a:endParaRPr>
          </a:p>
        </p:txBody>
      </p:sp>
      <p:sp>
        <p:nvSpPr>
          <p:cNvPr id="320" name="Google Shape;320;p35"/>
          <p:cNvSpPr txBox="1"/>
          <p:nvPr/>
        </p:nvSpPr>
        <p:spPr>
          <a:xfrm>
            <a:off x="3767328" y="3291840"/>
            <a:ext cx="2103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Ý chính 2</a:t>
            </a:r>
            <a:endParaRPr b="0" i="0" sz="9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Một câu giải thích, có số liệu.</a:t>
            </a:r>
            <a:endParaRPr b="0" i="0" sz="900" u="none" cap="none" strike="noStrike">
              <a:solidFill>
                <a:schemeClr val="dk1"/>
              </a:solidFill>
              <a:latin typeface="Lexend"/>
              <a:ea typeface="Lexend"/>
              <a:cs typeface="Lexend"/>
              <a:sym typeface="Lexend"/>
            </a:endParaRPr>
          </a:p>
        </p:txBody>
      </p:sp>
      <p:sp>
        <p:nvSpPr>
          <p:cNvPr id="321" name="Google Shape;321;p35"/>
          <p:cNvSpPr/>
          <p:nvPr/>
        </p:nvSpPr>
        <p:spPr>
          <a:xfrm>
            <a:off x="6080760" y="3310128"/>
            <a:ext cx="274320" cy="274320"/>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5"/>
          <p:cNvSpPr txBox="1"/>
          <p:nvPr/>
        </p:nvSpPr>
        <p:spPr>
          <a:xfrm>
            <a:off x="6080760" y="3310128"/>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Lexend"/>
              <a:buNone/>
            </a:pPr>
            <a:r>
              <a:rPr b="1" i="0" lang="en" sz="900" u="none" cap="none" strike="noStrike">
                <a:solidFill>
                  <a:srgbClr val="FFFFFF"/>
                </a:solidFill>
                <a:latin typeface="Lexend"/>
                <a:ea typeface="Lexend"/>
                <a:cs typeface="Lexend"/>
                <a:sym typeface="Lexend"/>
              </a:rPr>
              <a:t>3</a:t>
            </a:r>
            <a:endParaRPr b="0" i="0" sz="900" u="none" cap="none" strike="noStrike">
              <a:solidFill>
                <a:schemeClr val="dk1"/>
              </a:solidFill>
              <a:latin typeface="Lexend"/>
              <a:ea typeface="Lexend"/>
              <a:cs typeface="Lexend"/>
              <a:sym typeface="Lexend"/>
            </a:endParaRPr>
          </a:p>
        </p:txBody>
      </p:sp>
      <p:sp>
        <p:nvSpPr>
          <p:cNvPr id="323" name="Google Shape;323;p35"/>
          <p:cNvSpPr txBox="1"/>
          <p:nvPr/>
        </p:nvSpPr>
        <p:spPr>
          <a:xfrm>
            <a:off x="6464808" y="3291840"/>
            <a:ext cx="2103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Ý chính 3</a:t>
            </a:r>
            <a:endParaRPr b="0" i="0" sz="90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Một câu giải thích, có số liệu.</a:t>
            </a:r>
            <a:endParaRPr b="0" i="0" sz="900" u="none" cap="none" strike="noStrike">
              <a:solidFill>
                <a:schemeClr val="dk1"/>
              </a:solidFill>
              <a:latin typeface="Lexend"/>
              <a:ea typeface="Lexend"/>
              <a:cs typeface="Lexend"/>
              <a:sym typeface="Lexend"/>
            </a:endParaRPr>
          </a:p>
        </p:txBody>
      </p:sp>
      <p:sp>
        <p:nvSpPr>
          <p:cNvPr id="324" name="Google Shape;324;p35"/>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6"/>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02 · CHỦ ĐỀ</a:t>
            </a:r>
            <a:endParaRPr sz="800"/>
          </a:p>
        </p:txBody>
      </p:sp>
      <p:sp>
        <p:nvSpPr>
          <p:cNvPr id="331" name="Google Shape;331;p36"/>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Sáu con số chia hai nhóm</a:t>
            </a:r>
            <a:endParaRPr sz="1900"/>
          </a:p>
        </p:txBody>
      </p:sp>
      <p:sp>
        <p:nvSpPr>
          <p:cNvPr id="332" name="Google Shape;332;p36"/>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333" name="Google Shape;333;p36"/>
          <p:cNvSpPr/>
          <p:nvPr/>
        </p:nvSpPr>
        <p:spPr>
          <a:xfrm>
            <a:off x="457200" y="1325880"/>
            <a:ext cx="8229600" cy="1481328"/>
          </a:xfrm>
          <a:prstGeom prst="roundRect">
            <a:avLst>
              <a:gd fmla="val 12346"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6"/>
          <p:cNvSpPr txBox="1"/>
          <p:nvPr/>
        </p:nvSpPr>
        <p:spPr>
          <a:xfrm>
            <a:off x="640080" y="1490472"/>
            <a:ext cx="12801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800"/>
              <a:buFont typeface="Lexend"/>
              <a:buNone/>
            </a:pPr>
            <a:r>
              <a:rPr b="1" i="0" lang="en" sz="800" u="none" cap="none" strike="noStrike">
                <a:solidFill>
                  <a:srgbClr val="401F99"/>
                </a:solidFill>
                <a:latin typeface="Lexend"/>
                <a:ea typeface="Lexend"/>
                <a:cs typeface="Lexend"/>
                <a:sym typeface="Lexend"/>
              </a:rPr>
              <a:t>NHÓM 1</a:t>
            </a:r>
            <a:endParaRPr b="0" i="0" sz="800" u="none" cap="none" strike="noStrike">
              <a:solidFill>
                <a:schemeClr val="dk1"/>
              </a:solidFill>
              <a:latin typeface="Lexend"/>
              <a:ea typeface="Lexend"/>
              <a:cs typeface="Lexend"/>
              <a:sym typeface="Lexend"/>
            </a:endParaRPr>
          </a:p>
        </p:txBody>
      </p:sp>
      <p:sp>
        <p:nvSpPr>
          <p:cNvPr id="335" name="Google Shape;335;p36"/>
          <p:cNvSpPr/>
          <p:nvPr/>
        </p:nvSpPr>
        <p:spPr>
          <a:xfrm>
            <a:off x="1965960" y="1508760"/>
            <a:ext cx="310896" cy="310896"/>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building.png" id="336" name="Google Shape;336;p36"/>
          <p:cNvPicPr preferRelativeResize="0"/>
          <p:nvPr/>
        </p:nvPicPr>
        <p:blipFill rotWithShape="1">
          <a:blip r:embed="rId3">
            <a:alphaModFix/>
          </a:blip>
          <a:srcRect b="0" l="0" r="0" t="0"/>
          <a:stretch/>
        </p:blipFill>
        <p:spPr>
          <a:xfrm>
            <a:off x="2040575" y="1583375"/>
            <a:ext cx="161666" cy="161666"/>
          </a:xfrm>
          <a:prstGeom prst="rect">
            <a:avLst/>
          </a:prstGeom>
          <a:noFill/>
          <a:ln>
            <a:noFill/>
          </a:ln>
        </p:spPr>
      </p:pic>
      <p:sp>
        <p:nvSpPr>
          <p:cNvPr id="337" name="Google Shape;337;p36"/>
          <p:cNvSpPr txBox="1"/>
          <p:nvPr/>
        </p:nvSpPr>
        <p:spPr>
          <a:xfrm>
            <a:off x="2377440" y="1481328"/>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1800"/>
              <a:buFont typeface="Lexend"/>
              <a:buNone/>
            </a:pPr>
            <a:r>
              <a:rPr b="1" i="0" lang="en" sz="1800" u="none" cap="none" strike="noStrike">
                <a:solidFill>
                  <a:srgbClr val="401F99"/>
                </a:solidFill>
                <a:latin typeface="Lexend"/>
                <a:ea typeface="Lexend"/>
                <a:cs typeface="Lexend"/>
                <a:sym typeface="Lexend"/>
              </a:rPr>
              <a:t>00.0%</a:t>
            </a:r>
            <a:endParaRPr b="0" i="0" sz="1800" u="none" cap="none" strike="noStrike">
              <a:solidFill>
                <a:schemeClr val="dk1"/>
              </a:solidFill>
              <a:latin typeface="Lexend"/>
              <a:ea typeface="Lexend"/>
              <a:cs typeface="Lexend"/>
              <a:sym typeface="Lexend"/>
            </a:endParaRPr>
          </a:p>
        </p:txBody>
      </p:sp>
      <p:sp>
        <p:nvSpPr>
          <p:cNvPr id="338" name="Google Shape;338;p36"/>
          <p:cNvSpPr txBox="1"/>
          <p:nvPr/>
        </p:nvSpPr>
        <p:spPr>
          <a:xfrm>
            <a:off x="1965960" y="1929384"/>
            <a:ext cx="20574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con số, nguồn và kỳ so sánh</a:t>
            </a:r>
            <a:endParaRPr b="0" i="0" sz="850" u="none" cap="none" strike="noStrike">
              <a:solidFill>
                <a:schemeClr val="dk1"/>
              </a:solidFill>
              <a:latin typeface="Lexend"/>
              <a:ea typeface="Lexend"/>
              <a:cs typeface="Lexend"/>
              <a:sym typeface="Lexend"/>
            </a:endParaRPr>
          </a:p>
        </p:txBody>
      </p:sp>
      <p:sp>
        <p:nvSpPr>
          <p:cNvPr id="339" name="Google Shape;339;p36"/>
          <p:cNvSpPr/>
          <p:nvPr/>
        </p:nvSpPr>
        <p:spPr>
          <a:xfrm>
            <a:off x="4206240" y="1508760"/>
            <a:ext cx="310896" cy="310896"/>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doc.png" id="340" name="Google Shape;340;p36"/>
          <p:cNvPicPr preferRelativeResize="0"/>
          <p:nvPr/>
        </p:nvPicPr>
        <p:blipFill rotWithShape="1">
          <a:blip r:embed="rId4">
            <a:alphaModFix/>
          </a:blip>
          <a:srcRect b="0" l="0" r="0" t="0"/>
          <a:stretch/>
        </p:blipFill>
        <p:spPr>
          <a:xfrm>
            <a:off x="4280855" y="1583375"/>
            <a:ext cx="161666" cy="161666"/>
          </a:xfrm>
          <a:prstGeom prst="rect">
            <a:avLst/>
          </a:prstGeom>
          <a:noFill/>
          <a:ln>
            <a:noFill/>
          </a:ln>
        </p:spPr>
      </p:pic>
      <p:sp>
        <p:nvSpPr>
          <p:cNvPr id="341" name="Google Shape;341;p36"/>
          <p:cNvSpPr txBox="1"/>
          <p:nvPr/>
        </p:nvSpPr>
        <p:spPr>
          <a:xfrm>
            <a:off x="4617720" y="1481328"/>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1800"/>
              <a:buFont typeface="Lexend"/>
              <a:buNone/>
            </a:pPr>
            <a:r>
              <a:rPr b="1" i="0" lang="en" sz="1800" u="none" cap="none" strike="noStrike">
                <a:solidFill>
                  <a:srgbClr val="401F99"/>
                </a:solidFill>
                <a:latin typeface="Lexend"/>
                <a:ea typeface="Lexend"/>
                <a:cs typeface="Lexend"/>
                <a:sym typeface="Lexend"/>
              </a:rPr>
              <a:t>00.0%</a:t>
            </a:r>
            <a:endParaRPr b="0" i="0" sz="1800" u="none" cap="none" strike="noStrike">
              <a:solidFill>
                <a:schemeClr val="dk1"/>
              </a:solidFill>
              <a:latin typeface="Lexend"/>
              <a:ea typeface="Lexend"/>
              <a:cs typeface="Lexend"/>
              <a:sym typeface="Lexend"/>
            </a:endParaRPr>
          </a:p>
        </p:txBody>
      </p:sp>
      <p:sp>
        <p:nvSpPr>
          <p:cNvPr id="342" name="Google Shape;342;p36"/>
          <p:cNvSpPr txBox="1"/>
          <p:nvPr/>
        </p:nvSpPr>
        <p:spPr>
          <a:xfrm>
            <a:off x="4206240" y="1929384"/>
            <a:ext cx="20574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con số, nguồn và kỳ so sánh</a:t>
            </a:r>
            <a:endParaRPr b="0" i="0" sz="850" u="none" cap="none" strike="noStrike">
              <a:solidFill>
                <a:schemeClr val="dk1"/>
              </a:solidFill>
              <a:latin typeface="Lexend"/>
              <a:ea typeface="Lexend"/>
              <a:cs typeface="Lexend"/>
              <a:sym typeface="Lexend"/>
            </a:endParaRPr>
          </a:p>
        </p:txBody>
      </p:sp>
      <p:sp>
        <p:nvSpPr>
          <p:cNvPr id="343" name="Google Shape;343;p36"/>
          <p:cNvSpPr/>
          <p:nvPr/>
        </p:nvSpPr>
        <p:spPr>
          <a:xfrm>
            <a:off x="6446520" y="1508760"/>
            <a:ext cx="310896" cy="310896"/>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users.png" id="344" name="Google Shape;344;p36"/>
          <p:cNvPicPr preferRelativeResize="0"/>
          <p:nvPr/>
        </p:nvPicPr>
        <p:blipFill rotWithShape="1">
          <a:blip r:embed="rId5">
            <a:alphaModFix/>
          </a:blip>
          <a:srcRect b="0" l="0" r="0" t="0"/>
          <a:stretch/>
        </p:blipFill>
        <p:spPr>
          <a:xfrm>
            <a:off x="6521135" y="1583375"/>
            <a:ext cx="161666" cy="161666"/>
          </a:xfrm>
          <a:prstGeom prst="rect">
            <a:avLst/>
          </a:prstGeom>
          <a:noFill/>
          <a:ln>
            <a:noFill/>
          </a:ln>
        </p:spPr>
      </p:pic>
      <p:sp>
        <p:nvSpPr>
          <p:cNvPr id="345" name="Google Shape;345;p36"/>
          <p:cNvSpPr txBox="1"/>
          <p:nvPr/>
        </p:nvSpPr>
        <p:spPr>
          <a:xfrm>
            <a:off x="6858000" y="1481328"/>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1800"/>
              <a:buFont typeface="Lexend"/>
              <a:buNone/>
            </a:pPr>
            <a:r>
              <a:rPr b="1" i="0" lang="en" sz="1800" u="none" cap="none" strike="noStrike">
                <a:solidFill>
                  <a:srgbClr val="401F99"/>
                </a:solidFill>
                <a:latin typeface="Lexend"/>
                <a:ea typeface="Lexend"/>
                <a:cs typeface="Lexend"/>
                <a:sym typeface="Lexend"/>
              </a:rPr>
              <a:t>00.0%</a:t>
            </a:r>
            <a:endParaRPr b="0" i="0" sz="1800" u="none" cap="none" strike="noStrike">
              <a:solidFill>
                <a:schemeClr val="dk1"/>
              </a:solidFill>
              <a:latin typeface="Lexend"/>
              <a:ea typeface="Lexend"/>
              <a:cs typeface="Lexend"/>
              <a:sym typeface="Lexend"/>
            </a:endParaRPr>
          </a:p>
        </p:txBody>
      </p:sp>
      <p:sp>
        <p:nvSpPr>
          <p:cNvPr id="346" name="Google Shape;346;p36"/>
          <p:cNvSpPr txBox="1"/>
          <p:nvPr/>
        </p:nvSpPr>
        <p:spPr>
          <a:xfrm>
            <a:off x="6446520" y="1929384"/>
            <a:ext cx="20574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con số, nguồn và kỳ so sánh</a:t>
            </a:r>
            <a:endParaRPr b="0" i="0" sz="850" u="none" cap="none" strike="noStrike">
              <a:solidFill>
                <a:schemeClr val="dk1"/>
              </a:solidFill>
              <a:latin typeface="Lexend"/>
              <a:ea typeface="Lexend"/>
              <a:cs typeface="Lexend"/>
              <a:sym typeface="Lexend"/>
            </a:endParaRPr>
          </a:p>
        </p:txBody>
      </p:sp>
      <p:sp>
        <p:nvSpPr>
          <p:cNvPr id="347" name="Google Shape;347;p36"/>
          <p:cNvSpPr/>
          <p:nvPr/>
        </p:nvSpPr>
        <p:spPr>
          <a:xfrm>
            <a:off x="457200" y="2953512"/>
            <a:ext cx="8229600" cy="1481328"/>
          </a:xfrm>
          <a:prstGeom prst="roundRect">
            <a:avLst>
              <a:gd fmla="val 12346" name="adj"/>
            </a:avLst>
          </a:prstGeom>
          <a:solidFill>
            <a:srgbClr val="D2FCFF"/>
          </a:solidFill>
          <a:ln cap="flat" cmpd="sng" w="12700">
            <a:solidFill>
              <a:srgbClr val="D2F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6"/>
          <p:cNvSpPr txBox="1"/>
          <p:nvPr/>
        </p:nvSpPr>
        <p:spPr>
          <a:xfrm>
            <a:off x="640080" y="3118104"/>
            <a:ext cx="12801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800"/>
              <a:buFont typeface="Lexend"/>
              <a:buNone/>
            </a:pPr>
            <a:r>
              <a:rPr b="1" i="0" lang="en" sz="800" u="none" cap="none" strike="noStrike">
                <a:solidFill>
                  <a:srgbClr val="401F99"/>
                </a:solidFill>
                <a:latin typeface="Lexend"/>
                <a:ea typeface="Lexend"/>
                <a:cs typeface="Lexend"/>
                <a:sym typeface="Lexend"/>
              </a:rPr>
              <a:t>NHÓM 2</a:t>
            </a:r>
            <a:endParaRPr b="0" i="0" sz="800" u="none" cap="none" strike="noStrike">
              <a:solidFill>
                <a:schemeClr val="dk1"/>
              </a:solidFill>
              <a:latin typeface="Lexend"/>
              <a:ea typeface="Lexend"/>
              <a:cs typeface="Lexend"/>
              <a:sym typeface="Lexend"/>
            </a:endParaRPr>
          </a:p>
        </p:txBody>
      </p:sp>
      <p:sp>
        <p:nvSpPr>
          <p:cNvPr id="349" name="Google Shape;349;p36"/>
          <p:cNvSpPr/>
          <p:nvPr/>
        </p:nvSpPr>
        <p:spPr>
          <a:xfrm>
            <a:off x="1965960" y="3136392"/>
            <a:ext cx="310896" cy="310896"/>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bag.png" id="350" name="Google Shape;350;p36"/>
          <p:cNvPicPr preferRelativeResize="0"/>
          <p:nvPr/>
        </p:nvPicPr>
        <p:blipFill rotWithShape="1">
          <a:blip r:embed="rId6">
            <a:alphaModFix/>
          </a:blip>
          <a:srcRect b="0" l="0" r="0" t="0"/>
          <a:stretch/>
        </p:blipFill>
        <p:spPr>
          <a:xfrm>
            <a:off x="2040575" y="3211007"/>
            <a:ext cx="161666" cy="161666"/>
          </a:xfrm>
          <a:prstGeom prst="rect">
            <a:avLst/>
          </a:prstGeom>
          <a:noFill/>
          <a:ln>
            <a:noFill/>
          </a:ln>
        </p:spPr>
      </p:pic>
      <p:sp>
        <p:nvSpPr>
          <p:cNvPr id="351" name="Google Shape;351;p36"/>
          <p:cNvSpPr txBox="1"/>
          <p:nvPr/>
        </p:nvSpPr>
        <p:spPr>
          <a:xfrm>
            <a:off x="2377440" y="3108960"/>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1800"/>
              <a:buFont typeface="Lexend"/>
              <a:buNone/>
            </a:pPr>
            <a:r>
              <a:rPr b="1" i="0" lang="en" sz="1800" u="none" cap="none" strike="noStrike">
                <a:solidFill>
                  <a:srgbClr val="401F99"/>
                </a:solidFill>
                <a:latin typeface="Lexend"/>
                <a:ea typeface="Lexend"/>
                <a:cs typeface="Lexend"/>
                <a:sym typeface="Lexend"/>
              </a:rPr>
              <a:t>00.0%</a:t>
            </a:r>
            <a:endParaRPr b="0" i="0" sz="1800" u="none" cap="none" strike="noStrike">
              <a:solidFill>
                <a:schemeClr val="dk1"/>
              </a:solidFill>
              <a:latin typeface="Lexend"/>
              <a:ea typeface="Lexend"/>
              <a:cs typeface="Lexend"/>
              <a:sym typeface="Lexend"/>
            </a:endParaRPr>
          </a:p>
        </p:txBody>
      </p:sp>
      <p:sp>
        <p:nvSpPr>
          <p:cNvPr id="352" name="Google Shape;352;p36"/>
          <p:cNvSpPr txBox="1"/>
          <p:nvPr/>
        </p:nvSpPr>
        <p:spPr>
          <a:xfrm>
            <a:off x="1965960" y="3557016"/>
            <a:ext cx="20574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con số, nguồn và kỳ so sánh</a:t>
            </a:r>
            <a:endParaRPr b="0" i="0" sz="850" u="none" cap="none" strike="noStrike">
              <a:solidFill>
                <a:schemeClr val="dk1"/>
              </a:solidFill>
              <a:latin typeface="Lexend"/>
              <a:ea typeface="Lexend"/>
              <a:cs typeface="Lexend"/>
              <a:sym typeface="Lexend"/>
            </a:endParaRPr>
          </a:p>
        </p:txBody>
      </p:sp>
      <p:sp>
        <p:nvSpPr>
          <p:cNvPr id="353" name="Google Shape;353;p36"/>
          <p:cNvSpPr/>
          <p:nvPr/>
        </p:nvSpPr>
        <p:spPr>
          <a:xfrm>
            <a:off x="4206240" y="3136392"/>
            <a:ext cx="310896" cy="310896"/>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person.png" id="354" name="Google Shape;354;p36"/>
          <p:cNvPicPr preferRelativeResize="0"/>
          <p:nvPr/>
        </p:nvPicPr>
        <p:blipFill rotWithShape="1">
          <a:blip r:embed="rId7">
            <a:alphaModFix/>
          </a:blip>
          <a:srcRect b="0" l="0" r="0" t="0"/>
          <a:stretch/>
        </p:blipFill>
        <p:spPr>
          <a:xfrm>
            <a:off x="4280855" y="3211007"/>
            <a:ext cx="161666" cy="161666"/>
          </a:xfrm>
          <a:prstGeom prst="rect">
            <a:avLst/>
          </a:prstGeom>
          <a:noFill/>
          <a:ln>
            <a:noFill/>
          </a:ln>
        </p:spPr>
      </p:pic>
      <p:sp>
        <p:nvSpPr>
          <p:cNvPr id="355" name="Google Shape;355;p36"/>
          <p:cNvSpPr txBox="1"/>
          <p:nvPr/>
        </p:nvSpPr>
        <p:spPr>
          <a:xfrm>
            <a:off x="4617720" y="3108960"/>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1800"/>
              <a:buFont typeface="Lexend"/>
              <a:buNone/>
            </a:pPr>
            <a:r>
              <a:rPr b="1" i="0" lang="en" sz="1800" u="none" cap="none" strike="noStrike">
                <a:solidFill>
                  <a:srgbClr val="401F99"/>
                </a:solidFill>
                <a:latin typeface="Lexend"/>
                <a:ea typeface="Lexend"/>
                <a:cs typeface="Lexend"/>
                <a:sym typeface="Lexend"/>
              </a:rPr>
              <a:t>00.0%</a:t>
            </a:r>
            <a:endParaRPr b="0" i="0" sz="1800" u="none" cap="none" strike="noStrike">
              <a:solidFill>
                <a:schemeClr val="dk1"/>
              </a:solidFill>
              <a:latin typeface="Lexend"/>
              <a:ea typeface="Lexend"/>
              <a:cs typeface="Lexend"/>
              <a:sym typeface="Lexend"/>
            </a:endParaRPr>
          </a:p>
        </p:txBody>
      </p:sp>
      <p:sp>
        <p:nvSpPr>
          <p:cNvPr id="356" name="Google Shape;356;p36"/>
          <p:cNvSpPr txBox="1"/>
          <p:nvPr/>
        </p:nvSpPr>
        <p:spPr>
          <a:xfrm>
            <a:off x="4206240" y="3557016"/>
            <a:ext cx="20574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con số, nguồn và kỳ so sánh</a:t>
            </a:r>
            <a:endParaRPr b="0" i="0" sz="850" u="none" cap="none" strike="noStrike">
              <a:solidFill>
                <a:schemeClr val="dk1"/>
              </a:solidFill>
              <a:latin typeface="Lexend"/>
              <a:ea typeface="Lexend"/>
              <a:cs typeface="Lexend"/>
              <a:sym typeface="Lexend"/>
            </a:endParaRPr>
          </a:p>
        </p:txBody>
      </p:sp>
      <p:sp>
        <p:nvSpPr>
          <p:cNvPr id="357" name="Google Shape;357;p36"/>
          <p:cNvSpPr/>
          <p:nvPr/>
        </p:nvSpPr>
        <p:spPr>
          <a:xfrm>
            <a:off x="6446520" y="3136392"/>
            <a:ext cx="310896" cy="310896"/>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search.png" id="358" name="Google Shape;358;p36"/>
          <p:cNvPicPr preferRelativeResize="0"/>
          <p:nvPr/>
        </p:nvPicPr>
        <p:blipFill rotWithShape="1">
          <a:blip r:embed="rId8">
            <a:alphaModFix/>
          </a:blip>
          <a:srcRect b="0" l="0" r="0" t="0"/>
          <a:stretch/>
        </p:blipFill>
        <p:spPr>
          <a:xfrm>
            <a:off x="6521135" y="3211007"/>
            <a:ext cx="161666" cy="161666"/>
          </a:xfrm>
          <a:prstGeom prst="rect">
            <a:avLst/>
          </a:prstGeom>
          <a:noFill/>
          <a:ln>
            <a:noFill/>
          </a:ln>
        </p:spPr>
      </p:pic>
      <p:sp>
        <p:nvSpPr>
          <p:cNvPr id="359" name="Google Shape;359;p36"/>
          <p:cNvSpPr txBox="1"/>
          <p:nvPr/>
        </p:nvSpPr>
        <p:spPr>
          <a:xfrm>
            <a:off x="6858000" y="3108960"/>
            <a:ext cx="1737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1800"/>
              <a:buFont typeface="Lexend"/>
              <a:buNone/>
            </a:pPr>
            <a:r>
              <a:rPr b="1" i="0" lang="en" sz="1800" u="none" cap="none" strike="noStrike">
                <a:solidFill>
                  <a:srgbClr val="401F99"/>
                </a:solidFill>
                <a:latin typeface="Lexend"/>
                <a:ea typeface="Lexend"/>
                <a:cs typeface="Lexend"/>
                <a:sym typeface="Lexend"/>
              </a:rPr>
              <a:t>00.0%</a:t>
            </a:r>
            <a:endParaRPr b="0" i="0" sz="1800" u="none" cap="none" strike="noStrike">
              <a:solidFill>
                <a:schemeClr val="dk1"/>
              </a:solidFill>
              <a:latin typeface="Lexend"/>
              <a:ea typeface="Lexend"/>
              <a:cs typeface="Lexend"/>
              <a:sym typeface="Lexend"/>
            </a:endParaRPr>
          </a:p>
        </p:txBody>
      </p:sp>
      <p:sp>
        <p:nvSpPr>
          <p:cNvPr id="360" name="Google Shape;360;p36"/>
          <p:cNvSpPr txBox="1"/>
          <p:nvPr/>
        </p:nvSpPr>
        <p:spPr>
          <a:xfrm>
            <a:off x="6446520" y="3557016"/>
            <a:ext cx="20574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mô tả con số, nguồn và kỳ so sánh</a:t>
            </a:r>
            <a:endParaRPr b="0" i="0" sz="850" u="none" cap="none" strike="noStrike">
              <a:solidFill>
                <a:schemeClr val="dk1"/>
              </a:solidFill>
              <a:latin typeface="Lexend"/>
              <a:ea typeface="Lexend"/>
              <a:cs typeface="Lexend"/>
              <a:sym typeface="Lexend"/>
            </a:endParaRPr>
          </a:p>
        </p:txBody>
      </p:sp>
      <p:sp>
        <p:nvSpPr>
          <p:cNvPr id="361" name="Google Shape;361;p36"/>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7"/>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01 · QUY TRÌNH</a:t>
            </a:r>
            <a:endParaRPr sz="800"/>
          </a:p>
        </p:txBody>
      </p:sp>
      <p:sp>
        <p:nvSpPr>
          <p:cNvPr id="368" name="Google Shape;368;p37"/>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Quy trình 4 bước</a:t>
            </a:r>
            <a:endParaRPr sz="1900"/>
          </a:p>
        </p:txBody>
      </p:sp>
      <p:sp>
        <p:nvSpPr>
          <p:cNvPr id="369" name="Google Shape;369;p37"/>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cxnSp>
        <p:nvCxnSpPr>
          <p:cNvPr id="370" name="Google Shape;370;p37"/>
          <p:cNvCxnSpPr/>
          <p:nvPr/>
        </p:nvCxnSpPr>
        <p:spPr>
          <a:xfrm>
            <a:off x="822960" y="1691640"/>
            <a:ext cx="7498080" cy="0"/>
          </a:xfrm>
          <a:prstGeom prst="straightConnector1">
            <a:avLst/>
          </a:prstGeom>
          <a:noFill/>
          <a:ln cap="flat" cmpd="sng" w="25400">
            <a:solidFill>
              <a:srgbClr val="CDB8FF"/>
            </a:solidFill>
            <a:prstDash val="solid"/>
            <a:round/>
            <a:headEnd len="sm" w="sm" type="none"/>
            <a:tailEnd len="sm" w="sm" type="none"/>
          </a:ln>
        </p:spPr>
      </p:cxnSp>
      <p:sp>
        <p:nvSpPr>
          <p:cNvPr id="371" name="Google Shape;371;p37"/>
          <p:cNvSpPr/>
          <p:nvPr/>
        </p:nvSpPr>
        <p:spPr>
          <a:xfrm>
            <a:off x="594360" y="1463040"/>
            <a:ext cx="457200" cy="457200"/>
          </a:xfrm>
          <a:prstGeom prst="ellipse">
            <a:avLst/>
          </a:prstGeom>
          <a:solidFill>
            <a:srgbClr val="401F9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7"/>
          <p:cNvSpPr txBox="1"/>
          <p:nvPr/>
        </p:nvSpPr>
        <p:spPr>
          <a:xfrm>
            <a:off x="594360" y="1463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Lexend"/>
              <a:buNone/>
            </a:pPr>
            <a:r>
              <a:rPr b="1" i="0" lang="en" sz="1400" u="none" cap="none" strike="noStrike">
                <a:solidFill>
                  <a:srgbClr val="FFFFFF"/>
                </a:solidFill>
                <a:latin typeface="Lexend"/>
                <a:ea typeface="Lexend"/>
                <a:cs typeface="Lexend"/>
                <a:sym typeface="Lexend"/>
              </a:rPr>
              <a:t>1</a:t>
            </a:r>
            <a:endParaRPr b="0" i="0" sz="1400" u="none" cap="none" strike="noStrike">
              <a:solidFill>
                <a:schemeClr val="dk1"/>
              </a:solidFill>
              <a:latin typeface="Lexend"/>
              <a:ea typeface="Lexend"/>
              <a:cs typeface="Lexend"/>
              <a:sym typeface="Lexend"/>
            </a:endParaRPr>
          </a:p>
        </p:txBody>
      </p:sp>
      <p:sp>
        <p:nvSpPr>
          <p:cNvPr id="373" name="Google Shape;373;p37"/>
          <p:cNvSpPr/>
          <p:nvPr/>
        </p:nvSpPr>
        <p:spPr>
          <a:xfrm>
            <a:off x="457200" y="2148840"/>
            <a:ext cx="1938528" cy="2377440"/>
          </a:xfrm>
          <a:prstGeom prst="roundRect">
            <a:avLst>
              <a:gd fmla="val 8491"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7"/>
          <p:cNvSpPr txBox="1"/>
          <p:nvPr/>
        </p:nvSpPr>
        <p:spPr>
          <a:xfrm>
            <a:off x="640080" y="2331720"/>
            <a:ext cx="160020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1200"/>
              <a:buFont typeface="Lexend"/>
              <a:buNone/>
            </a:pPr>
            <a:r>
              <a:rPr b="1" i="0" lang="en" sz="1200" u="none" cap="none" strike="noStrike">
                <a:solidFill>
                  <a:srgbClr val="401F99"/>
                </a:solidFill>
                <a:latin typeface="Lexend"/>
                <a:ea typeface="Lexend"/>
                <a:cs typeface="Lexend"/>
                <a:sym typeface="Lexend"/>
              </a:rPr>
              <a:t>Bước 1: tên bước</a:t>
            </a:r>
            <a:endParaRPr b="0" i="0" sz="950" u="none" cap="none" strike="noStrike">
              <a:solidFill>
                <a:schemeClr val="dk1"/>
              </a:solidFill>
              <a:latin typeface="Lexend"/>
              <a:ea typeface="Lexend"/>
              <a:cs typeface="Lexend"/>
              <a:sym typeface="Lexend"/>
            </a:endParaRPr>
          </a:p>
          <a:p>
            <a:pPr indent="0" lvl="0" marL="0" marR="0" rtl="0" algn="l">
              <a:spcBef>
                <a:spcPts val="40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Mô tả ngắn việc cần làm, ai làm, mất bao lâu.</a:t>
            </a:r>
            <a:endParaRPr b="0" i="0" sz="950" u="none" cap="none" strike="noStrike">
              <a:solidFill>
                <a:schemeClr val="dk1"/>
              </a:solidFill>
              <a:latin typeface="Lexend"/>
              <a:ea typeface="Lexend"/>
              <a:cs typeface="Lexend"/>
              <a:sym typeface="Lexend"/>
            </a:endParaRPr>
          </a:p>
        </p:txBody>
      </p:sp>
      <p:sp>
        <p:nvSpPr>
          <p:cNvPr id="375" name="Google Shape;375;p37"/>
          <p:cNvSpPr/>
          <p:nvPr/>
        </p:nvSpPr>
        <p:spPr>
          <a:xfrm>
            <a:off x="2697480" y="1463040"/>
            <a:ext cx="457200" cy="457200"/>
          </a:xfrm>
          <a:prstGeom prst="ellipse">
            <a:avLst/>
          </a:prstGeom>
          <a:solidFill>
            <a:srgbClr val="401F9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7"/>
          <p:cNvSpPr txBox="1"/>
          <p:nvPr/>
        </p:nvSpPr>
        <p:spPr>
          <a:xfrm>
            <a:off x="2697480" y="1463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Lexend"/>
              <a:buNone/>
            </a:pPr>
            <a:r>
              <a:rPr b="1" i="0" lang="en" sz="1400" u="none" cap="none" strike="noStrike">
                <a:solidFill>
                  <a:srgbClr val="FFFFFF"/>
                </a:solidFill>
                <a:latin typeface="Lexend"/>
                <a:ea typeface="Lexend"/>
                <a:cs typeface="Lexend"/>
                <a:sym typeface="Lexend"/>
              </a:rPr>
              <a:t>2</a:t>
            </a:r>
            <a:endParaRPr b="0" i="0" sz="1400" u="none" cap="none" strike="noStrike">
              <a:solidFill>
                <a:schemeClr val="dk1"/>
              </a:solidFill>
              <a:latin typeface="Lexend"/>
              <a:ea typeface="Lexend"/>
              <a:cs typeface="Lexend"/>
              <a:sym typeface="Lexend"/>
            </a:endParaRPr>
          </a:p>
        </p:txBody>
      </p:sp>
      <p:sp>
        <p:nvSpPr>
          <p:cNvPr id="377" name="Google Shape;377;p37"/>
          <p:cNvSpPr/>
          <p:nvPr/>
        </p:nvSpPr>
        <p:spPr>
          <a:xfrm>
            <a:off x="2560320" y="2148840"/>
            <a:ext cx="1938528" cy="2377440"/>
          </a:xfrm>
          <a:prstGeom prst="roundRect">
            <a:avLst>
              <a:gd fmla="val 8491"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7"/>
          <p:cNvSpPr txBox="1"/>
          <p:nvPr/>
        </p:nvSpPr>
        <p:spPr>
          <a:xfrm>
            <a:off x="2743200" y="2331720"/>
            <a:ext cx="160020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1200"/>
              <a:buFont typeface="Lexend"/>
              <a:buNone/>
            </a:pPr>
            <a:r>
              <a:rPr b="1" i="0" lang="en" sz="1200" u="none" cap="none" strike="noStrike">
                <a:solidFill>
                  <a:srgbClr val="401F99"/>
                </a:solidFill>
                <a:latin typeface="Lexend"/>
                <a:ea typeface="Lexend"/>
                <a:cs typeface="Lexend"/>
                <a:sym typeface="Lexend"/>
              </a:rPr>
              <a:t>Bước 2: tên bước</a:t>
            </a:r>
            <a:endParaRPr b="0" i="0" sz="950" u="none" cap="none" strike="noStrike">
              <a:solidFill>
                <a:schemeClr val="dk1"/>
              </a:solidFill>
              <a:latin typeface="Lexend"/>
              <a:ea typeface="Lexend"/>
              <a:cs typeface="Lexend"/>
              <a:sym typeface="Lexend"/>
            </a:endParaRPr>
          </a:p>
          <a:p>
            <a:pPr indent="0" lvl="0" marL="0" marR="0" rtl="0" algn="l">
              <a:spcBef>
                <a:spcPts val="40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Mô tả ngắn việc cần làm, ai làm, mất bao lâu.</a:t>
            </a:r>
            <a:endParaRPr b="0" i="0" sz="950" u="none" cap="none" strike="noStrike">
              <a:solidFill>
                <a:schemeClr val="dk1"/>
              </a:solidFill>
              <a:latin typeface="Lexend"/>
              <a:ea typeface="Lexend"/>
              <a:cs typeface="Lexend"/>
              <a:sym typeface="Lexend"/>
            </a:endParaRPr>
          </a:p>
        </p:txBody>
      </p:sp>
      <p:sp>
        <p:nvSpPr>
          <p:cNvPr id="379" name="Google Shape;379;p37"/>
          <p:cNvSpPr/>
          <p:nvPr/>
        </p:nvSpPr>
        <p:spPr>
          <a:xfrm>
            <a:off x="4800600" y="1463040"/>
            <a:ext cx="457200" cy="457200"/>
          </a:xfrm>
          <a:prstGeom prst="ellipse">
            <a:avLst/>
          </a:prstGeom>
          <a:solidFill>
            <a:srgbClr val="401F9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7"/>
          <p:cNvSpPr txBox="1"/>
          <p:nvPr/>
        </p:nvSpPr>
        <p:spPr>
          <a:xfrm>
            <a:off x="4800600" y="1463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Lexend"/>
              <a:buNone/>
            </a:pPr>
            <a:r>
              <a:rPr b="1" i="0" lang="en" sz="1400" u="none" cap="none" strike="noStrike">
                <a:solidFill>
                  <a:srgbClr val="FFFFFF"/>
                </a:solidFill>
                <a:latin typeface="Lexend"/>
                <a:ea typeface="Lexend"/>
                <a:cs typeface="Lexend"/>
                <a:sym typeface="Lexend"/>
              </a:rPr>
              <a:t>3</a:t>
            </a:r>
            <a:endParaRPr b="0" i="0" sz="1400" u="none" cap="none" strike="noStrike">
              <a:solidFill>
                <a:schemeClr val="dk1"/>
              </a:solidFill>
              <a:latin typeface="Lexend"/>
              <a:ea typeface="Lexend"/>
              <a:cs typeface="Lexend"/>
              <a:sym typeface="Lexend"/>
            </a:endParaRPr>
          </a:p>
        </p:txBody>
      </p:sp>
      <p:sp>
        <p:nvSpPr>
          <p:cNvPr id="381" name="Google Shape;381;p37"/>
          <p:cNvSpPr/>
          <p:nvPr/>
        </p:nvSpPr>
        <p:spPr>
          <a:xfrm>
            <a:off x="4663440" y="2148840"/>
            <a:ext cx="1938528" cy="2377440"/>
          </a:xfrm>
          <a:prstGeom prst="roundRect">
            <a:avLst>
              <a:gd fmla="val 8491"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7"/>
          <p:cNvSpPr txBox="1"/>
          <p:nvPr/>
        </p:nvSpPr>
        <p:spPr>
          <a:xfrm>
            <a:off x="4846320" y="2331720"/>
            <a:ext cx="160020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1200"/>
              <a:buFont typeface="Lexend"/>
              <a:buNone/>
            </a:pPr>
            <a:r>
              <a:rPr b="1" i="0" lang="en" sz="1200" u="none" cap="none" strike="noStrike">
                <a:solidFill>
                  <a:srgbClr val="401F99"/>
                </a:solidFill>
                <a:latin typeface="Lexend"/>
                <a:ea typeface="Lexend"/>
                <a:cs typeface="Lexend"/>
                <a:sym typeface="Lexend"/>
              </a:rPr>
              <a:t>Bước 3: tên bước</a:t>
            </a:r>
            <a:endParaRPr b="0" i="0" sz="950" u="none" cap="none" strike="noStrike">
              <a:solidFill>
                <a:schemeClr val="dk1"/>
              </a:solidFill>
              <a:latin typeface="Lexend"/>
              <a:ea typeface="Lexend"/>
              <a:cs typeface="Lexend"/>
              <a:sym typeface="Lexend"/>
            </a:endParaRPr>
          </a:p>
          <a:p>
            <a:pPr indent="0" lvl="0" marL="0" marR="0" rtl="0" algn="l">
              <a:spcBef>
                <a:spcPts val="40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Mô tả ngắn việc cần làm, ai làm, mất bao lâu.</a:t>
            </a:r>
            <a:endParaRPr b="0" i="0" sz="950" u="none" cap="none" strike="noStrike">
              <a:solidFill>
                <a:schemeClr val="dk1"/>
              </a:solidFill>
              <a:latin typeface="Lexend"/>
              <a:ea typeface="Lexend"/>
              <a:cs typeface="Lexend"/>
              <a:sym typeface="Lexend"/>
            </a:endParaRPr>
          </a:p>
        </p:txBody>
      </p:sp>
      <p:sp>
        <p:nvSpPr>
          <p:cNvPr id="383" name="Google Shape;383;p37"/>
          <p:cNvSpPr/>
          <p:nvPr/>
        </p:nvSpPr>
        <p:spPr>
          <a:xfrm>
            <a:off x="6903720" y="1463040"/>
            <a:ext cx="457200" cy="457200"/>
          </a:xfrm>
          <a:prstGeom prst="ellipse">
            <a:avLst/>
          </a:prstGeom>
          <a:solidFill>
            <a:srgbClr val="00CAFB"/>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7"/>
          <p:cNvSpPr txBox="1"/>
          <p:nvPr/>
        </p:nvSpPr>
        <p:spPr>
          <a:xfrm>
            <a:off x="6903720" y="14630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530"/>
              </a:buClr>
              <a:buSzPts val="1400"/>
              <a:buFont typeface="Lexend"/>
              <a:buNone/>
            </a:pPr>
            <a:r>
              <a:rPr b="1" i="0" lang="en" sz="1400" u="none" cap="none" strike="noStrike">
                <a:solidFill>
                  <a:srgbClr val="1B1530"/>
                </a:solidFill>
                <a:latin typeface="Lexend"/>
                <a:ea typeface="Lexend"/>
                <a:cs typeface="Lexend"/>
                <a:sym typeface="Lexend"/>
              </a:rPr>
              <a:t>4</a:t>
            </a:r>
            <a:endParaRPr b="0" i="0" sz="1400" u="none" cap="none" strike="noStrike">
              <a:solidFill>
                <a:schemeClr val="dk1"/>
              </a:solidFill>
              <a:latin typeface="Lexend"/>
              <a:ea typeface="Lexend"/>
              <a:cs typeface="Lexend"/>
              <a:sym typeface="Lexend"/>
            </a:endParaRPr>
          </a:p>
        </p:txBody>
      </p:sp>
      <p:sp>
        <p:nvSpPr>
          <p:cNvPr id="385" name="Google Shape;385;p37"/>
          <p:cNvSpPr/>
          <p:nvPr/>
        </p:nvSpPr>
        <p:spPr>
          <a:xfrm>
            <a:off x="6766560" y="2148840"/>
            <a:ext cx="1938528" cy="2377440"/>
          </a:xfrm>
          <a:prstGeom prst="roundRect">
            <a:avLst>
              <a:gd fmla="val 8491" name="adj"/>
            </a:avLst>
          </a:prstGeom>
          <a:solidFill>
            <a:srgbClr val="D2FCFF"/>
          </a:solidFill>
          <a:ln cap="flat" cmpd="sng" w="12700">
            <a:solidFill>
              <a:srgbClr val="D2F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7"/>
          <p:cNvSpPr txBox="1"/>
          <p:nvPr/>
        </p:nvSpPr>
        <p:spPr>
          <a:xfrm>
            <a:off x="6949440" y="2331720"/>
            <a:ext cx="160020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1200"/>
              <a:buFont typeface="Lexend"/>
              <a:buNone/>
            </a:pPr>
            <a:r>
              <a:rPr b="1" i="0" lang="en" sz="1200" u="none" cap="none" strike="noStrike">
                <a:solidFill>
                  <a:srgbClr val="401F99"/>
                </a:solidFill>
                <a:latin typeface="Lexend"/>
                <a:ea typeface="Lexend"/>
                <a:cs typeface="Lexend"/>
                <a:sym typeface="Lexend"/>
              </a:rPr>
              <a:t>Bước 4: tên bước</a:t>
            </a:r>
            <a:endParaRPr b="0" i="0" sz="950" u="none" cap="none" strike="noStrike">
              <a:solidFill>
                <a:schemeClr val="dk1"/>
              </a:solidFill>
              <a:latin typeface="Lexend"/>
              <a:ea typeface="Lexend"/>
              <a:cs typeface="Lexend"/>
              <a:sym typeface="Lexend"/>
            </a:endParaRPr>
          </a:p>
          <a:p>
            <a:pPr indent="0" lvl="0" marL="0" marR="0" rtl="0" algn="l">
              <a:spcBef>
                <a:spcPts val="40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Mô tả ngắn việc cần làm, ai làm, mất bao lâu.</a:t>
            </a:r>
            <a:endParaRPr b="0" i="0" sz="950" u="none" cap="none" strike="noStrike">
              <a:solidFill>
                <a:schemeClr val="dk1"/>
              </a:solidFill>
              <a:latin typeface="Lexend"/>
              <a:ea typeface="Lexend"/>
              <a:cs typeface="Lexend"/>
              <a:sym typeface="Lexend"/>
            </a:endParaRPr>
          </a:p>
        </p:txBody>
      </p:sp>
      <p:sp>
        <p:nvSpPr>
          <p:cNvPr id="387" name="Google Shape;387;p37"/>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8"/>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02 · LỘ TRÌNH</a:t>
            </a:r>
            <a:endParaRPr sz="800"/>
          </a:p>
        </p:txBody>
      </p:sp>
      <p:sp>
        <p:nvSpPr>
          <p:cNvPr id="394" name="Google Shape;394;p38"/>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Lộ trình theo quý</a:t>
            </a:r>
            <a:endParaRPr sz="1900"/>
          </a:p>
        </p:txBody>
      </p:sp>
      <p:sp>
        <p:nvSpPr>
          <p:cNvPr id="395" name="Google Shape;395;p38"/>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cxnSp>
        <p:nvCxnSpPr>
          <p:cNvPr id="396" name="Google Shape;396;p38"/>
          <p:cNvCxnSpPr/>
          <p:nvPr/>
        </p:nvCxnSpPr>
        <p:spPr>
          <a:xfrm>
            <a:off x="457200" y="2880360"/>
            <a:ext cx="8229600" cy="0"/>
          </a:xfrm>
          <a:prstGeom prst="straightConnector1">
            <a:avLst/>
          </a:prstGeom>
          <a:noFill/>
          <a:ln cap="flat" cmpd="sng" w="31750">
            <a:solidFill>
              <a:srgbClr val="401F99"/>
            </a:solidFill>
            <a:prstDash val="solid"/>
            <a:round/>
            <a:headEnd len="sm" w="sm" type="none"/>
            <a:tailEnd len="sm" w="sm" type="none"/>
          </a:ln>
        </p:spPr>
      </p:cxnSp>
      <p:sp>
        <p:nvSpPr>
          <p:cNvPr id="397" name="Google Shape;397;p38"/>
          <p:cNvSpPr/>
          <p:nvPr/>
        </p:nvSpPr>
        <p:spPr>
          <a:xfrm>
            <a:off x="960120" y="2724912"/>
            <a:ext cx="1005840" cy="310896"/>
          </a:xfrm>
          <a:prstGeom prst="roundRect">
            <a:avLst>
              <a:gd fmla="val 50000" name="adj"/>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8"/>
          <p:cNvSpPr txBox="1"/>
          <p:nvPr/>
        </p:nvSpPr>
        <p:spPr>
          <a:xfrm>
            <a:off x="960120" y="2724912"/>
            <a:ext cx="10058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530"/>
              </a:buClr>
              <a:buSzPts val="900"/>
              <a:buFont typeface="Lexend"/>
              <a:buNone/>
            </a:pPr>
            <a:r>
              <a:rPr b="1" i="0" lang="en" sz="900" u="none" cap="none" strike="noStrike">
                <a:solidFill>
                  <a:srgbClr val="1B1530"/>
                </a:solidFill>
                <a:latin typeface="Lexend"/>
                <a:ea typeface="Lexend"/>
                <a:cs typeface="Lexend"/>
                <a:sym typeface="Lexend"/>
              </a:rPr>
              <a:t>Q1/2027</a:t>
            </a:r>
            <a:endParaRPr b="0" i="0" sz="900" u="none" cap="none" strike="noStrike">
              <a:solidFill>
                <a:schemeClr val="dk1"/>
              </a:solidFill>
              <a:latin typeface="Lexend"/>
              <a:ea typeface="Lexend"/>
              <a:cs typeface="Lexend"/>
              <a:sym typeface="Lexend"/>
            </a:endParaRPr>
          </a:p>
        </p:txBody>
      </p:sp>
      <p:sp>
        <p:nvSpPr>
          <p:cNvPr id="399" name="Google Shape;399;p38"/>
          <p:cNvSpPr/>
          <p:nvPr/>
        </p:nvSpPr>
        <p:spPr>
          <a:xfrm>
            <a:off x="594360" y="1371600"/>
            <a:ext cx="1737360" cy="1097280"/>
          </a:xfrm>
          <a:prstGeom prst="roundRect">
            <a:avLst>
              <a:gd fmla="val 11667"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8"/>
          <p:cNvSpPr txBox="1"/>
          <p:nvPr/>
        </p:nvSpPr>
        <p:spPr>
          <a:xfrm>
            <a:off x="731520" y="1463040"/>
            <a:ext cx="1463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Mốc chính</a:t>
            </a:r>
            <a:endParaRPr b="0" i="0" sz="900" u="none" cap="none" strike="noStrike">
              <a:solidFill>
                <a:schemeClr val="dk1"/>
              </a:solidFill>
              <a:latin typeface="Lexend"/>
              <a:ea typeface="Lexend"/>
              <a:cs typeface="Lexend"/>
              <a:sym typeface="Lexend"/>
            </a:endParaRPr>
          </a:p>
          <a:p>
            <a:pPr indent="0" lvl="0" marL="0" marR="0" rtl="0" algn="ctr">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Việc cần hoàn thành trong quý.</a:t>
            </a:r>
            <a:endParaRPr b="0" i="0" sz="900" u="none" cap="none" strike="noStrike">
              <a:solidFill>
                <a:schemeClr val="dk1"/>
              </a:solidFill>
              <a:latin typeface="Lexend"/>
              <a:ea typeface="Lexend"/>
              <a:cs typeface="Lexend"/>
              <a:sym typeface="Lexend"/>
            </a:endParaRPr>
          </a:p>
        </p:txBody>
      </p:sp>
      <p:sp>
        <p:nvSpPr>
          <p:cNvPr id="401" name="Google Shape;401;p38"/>
          <p:cNvSpPr txBox="1"/>
          <p:nvPr/>
        </p:nvSpPr>
        <p:spPr>
          <a:xfrm>
            <a:off x="594360" y="3291840"/>
            <a:ext cx="1737360" cy="91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Kết quả</a:t>
            </a:r>
            <a:endParaRPr b="0" i="0" sz="900" u="none" cap="none" strike="noStrike">
              <a:solidFill>
                <a:schemeClr val="dk1"/>
              </a:solidFill>
              <a:latin typeface="Lexend"/>
              <a:ea typeface="Lexend"/>
              <a:cs typeface="Lexend"/>
              <a:sym typeface="Lexend"/>
            </a:endParaRPr>
          </a:p>
          <a:p>
            <a:pPr indent="0" lvl="0" marL="0" marR="0" rtl="0" algn="ctr">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Chỉ số hoặc sản phẩm đầu ra.</a:t>
            </a:r>
            <a:endParaRPr b="0" i="0" sz="900" u="none" cap="none" strike="noStrike">
              <a:solidFill>
                <a:schemeClr val="dk1"/>
              </a:solidFill>
              <a:latin typeface="Lexend"/>
              <a:ea typeface="Lexend"/>
              <a:cs typeface="Lexend"/>
              <a:sym typeface="Lexend"/>
            </a:endParaRPr>
          </a:p>
        </p:txBody>
      </p:sp>
      <p:sp>
        <p:nvSpPr>
          <p:cNvPr id="402" name="Google Shape;402;p38"/>
          <p:cNvSpPr/>
          <p:nvPr/>
        </p:nvSpPr>
        <p:spPr>
          <a:xfrm>
            <a:off x="3017520" y="2724912"/>
            <a:ext cx="1005840" cy="310896"/>
          </a:xfrm>
          <a:prstGeom prst="roundRect">
            <a:avLst>
              <a:gd fmla="val 50000"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8"/>
          <p:cNvSpPr txBox="1"/>
          <p:nvPr/>
        </p:nvSpPr>
        <p:spPr>
          <a:xfrm>
            <a:off x="3017520" y="2724912"/>
            <a:ext cx="10058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Lexend"/>
              <a:buNone/>
            </a:pPr>
            <a:r>
              <a:rPr b="1" i="0" lang="en" sz="900" u="none" cap="none" strike="noStrike">
                <a:solidFill>
                  <a:srgbClr val="FFFFFF"/>
                </a:solidFill>
                <a:latin typeface="Lexend"/>
                <a:ea typeface="Lexend"/>
                <a:cs typeface="Lexend"/>
                <a:sym typeface="Lexend"/>
              </a:rPr>
              <a:t>Q2/2027</a:t>
            </a:r>
            <a:endParaRPr b="0" i="0" sz="900" u="none" cap="none" strike="noStrike">
              <a:solidFill>
                <a:schemeClr val="dk1"/>
              </a:solidFill>
              <a:latin typeface="Lexend"/>
              <a:ea typeface="Lexend"/>
              <a:cs typeface="Lexend"/>
              <a:sym typeface="Lexend"/>
            </a:endParaRPr>
          </a:p>
        </p:txBody>
      </p:sp>
      <p:sp>
        <p:nvSpPr>
          <p:cNvPr id="404" name="Google Shape;404;p38"/>
          <p:cNvSpPr/>
          <p:nvPr/>
        </p:nvSpPr>
        <p:spPr>
          <a:xfrm>
            <a:off x="2651760" y="1371600"/>
            <a:ext cx="1737360" cy="1097280"/>
          </a:xfrm>
          <a:prstGeom prst="roundRect">
            <a:avLst>
              <a:gd fmla="val 11667"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8"/>
          <p:cNvSpPr txBox="1"/>
          <p:nvPr/>
        </p:nvSpPr>
        <p:spPr>
          <a:xfrm>
            <a:off x="2788920" y="1463040"/>
            <a:ext cx="1463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Mốc chính</a:t>
            </a:r>
            <a:endParaRPr b="0" i="0" sz="900" u="none" cap="none" strike="noStrike">
              <a:solidFill>
                <a:schemeClr val="dk1"/>
              </a:solidFill>
              <a:latin typeface="Lexend"/>
              <a:ea typeface="Lexend"/>
              <a:cs typeface="Lexend"/>
              <a:sym typeface="Lexend"/>
            </a:endParaRPr>
          </a:p>
          <a:p>
            <a:pPr indent="0" lvl="0" marL="0" marR="0" rtl="0" algn="ctr">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Việc cần hoàn thành trong quý.</a:t>
            </a:r>
            <a:endParaRPr b="0" i="0" sz="900" u="none" cap="none" strike="noStrike">
              <a:solidFill>
                <a:schemeClr val="dk1"/>
              </a:solidFill>
              <a:latin typeface="Lexend"/>
              <a:ea typeface="Lexend"/>
              <a:cs typeface="Lexend"/>
              <a:sym typeface="Lexend"/>
            </a:endParaRPr>
          </a:p>
        </p:txBody>
      </p:sp>
      <p:sp>
        <p:nvSpPr>
          <p:cNvPr id="406" name="Google Shape;406;p38"/>
          <p:cNvSpPr txBox="1"/>
          <p:nvPr/>
        </p:nvSpPr>
        <p:spPr>
          <a:xfrm>
            <a:off x="2651760" y="3291840"/>
            <a:ext cx="1737360" cy="91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Kết quả</a:t>
            </a:r>
            <a:endParaRPr b="0" i="0" sz="900" u="none" cap="none" strike="noStrike">
              <a:solidFill>
                <a:schemeClr val="dk1"/>
              </a:solidFill>
              <a:latin typeface="Lexend"/>
              <a:ea typeface="Lexend"/>
              <a:cs typeface="Lexend"/>
              <a:sym typeface="Lexend"/>
            </a:endParaRPr>
          </a:p>
          <a:p>
            <a:pPr indent="0" lvl="0" marL="0" marR="0" rtl="0" algn="ctr">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Chỉ số hoặc sản phẩm đầu ra.</a:t>
            </a:r>
            <a:endParaRPr b="0" i="0" sz="900" u="none" cap="none" strike="noStrike">
              <a:solidFill>
                <a:schemeClr val="dk1"/>
              </a:solidFill>
              <a:latin typeface="Lexend"/>
              <a:ea typeface="Lexend"/>
              <a:cs typeface="Lexend"/>
              <a:sym typeface="Lexend"/>
            </a:endParaRPr>
          </a:p>
        </p:txBody>
      </p:sp>
      <p:sp>
        <p:nvSpPr>
          <p:cNvPr id="407" name="Google Shape;407;p38"/>
          <p:cNvSpPr/>
          <p:nvPr/>
        </p:nvSpPr>
        <p:spPr>
          <a:xfrm>
            <a:off x="5074920" y="2724912"/>
            <a:ext cx="1005840" cy="310896"/>
          </a:xfrm>
          <a:prstGeom prst="roundRect">
            <a:avLst>
              <a:gd fmla="val 50000"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8"/>
          <p:cNvSpPr txBox="1"/>
          <p:nvPr/>
        </p:nvSpPr>
        <p:spPr>
          <a:xfrm>
            <a:off x="5074920" y="2724912"/>
            <a:ext cx="10058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Lexend"/>
              <a:buNone/>
            </a:pPr>
            <a:r>
              <a:rPr b="1" i="0" lang="en" sz="900" u="none" cap="none" strike="noStrike">
                <a:solidFill>
                  <a:srgbClr val="FFFFFF"/>
                </a:solidFill>
                <a:latin typeface="Lexend"/>
                <a:ea typeface="Lexend"/>
                <a:cs typeface="Lexend"/>
                <a:sym typeface="Lexend"/>
              </a:rPr>
              <a:t>Q3/2027</a:t>
            </a:r>
            <a:endParaRPr b="0" i="0" sz="900" u="none" cap="none" strike="noStrike">
              <a:solidFill>
                <a:schemeClr val="dk1"/>
              </a:solidFill>
              <a:latin typeface="Lexend"/>
              <a:ea typeface="Lexend"/>
              <a:cs typeface="Lexend"/>
              <a:sym typeface="Lexend"/>
            </a:endParaRPr>
          </a:p>
        </p:txBody>
      </p:sp>
      <p:sp>
        <p:nvSpPr>
          <p:cNvPr id="409" name="Google Shape;409;p38"/>
          <p:cNvSpPr/>
          <p:nvPr/>
        </p:nvSpPr>
        <p:spPr>
          <a:xfrm>
            <a:off x="4709160" y="1371600"/>
            <a:ext cx="1737360" cy="1097280"/>
          </a:xfrm>
          <a:prstGeom prst="roundRect">
            <a:avLst>
              <a:gd fmla="val 11667"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8"/>
          <p:cNvSpPr txBox="1"/>
          <p:nvPr/>
        </p:nvSpPr>
        <p:spPr>
          <a:xfrm>
            <a:off x="4846320" y="1463040"/>
            <a:ext cx="1463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Mốc chính</a:t>
            </a:r>
            <a:endParaRPr b="0" i="0" sz="900" u="none" cap="none" strike="noStrike">
              <a:solidFill>
                <a:schemeClr val="dk1"/>
              </a:solidFill>
              <a:latin typeface="Lexend"/>
              <a:ea typeface="Lexend"/>
              <a:cs typeface="Lexend"/>
              <a:sym typeface="Lexend"/>
            </a:endParaRPr>
          </a:p>
          <a:p>
            <a:pPr indent="0" lvl="0" marL="0" marR="0" rtl="0" algn="ctr">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Việc cần hoàn thành trong quý.</a:t>
            </a:r>
            <a:endParaRPr b="0" i="0" sz="900" u="none" cap="none" strike="noStrike">
              <a:solidFill>
                <a:schemeClr val="dk1"/>
              </a:solidFill>
              <a:latin typeface="Lexend"/>
              <a:ea typeface="Lexend"/>
              <a:cs typeface="Lexend"/>
              <a:sym typeface="Lexend"/>
            </a:endParaRPr>
          </a:p>
        </p:txBody>
      </p:sp>
      <p:sp>
        <p:nvSpPr>
          <p:cNvPr id="411" name="Google Shape;411;p38"/>
          <p:cNvSpPr txBox="1"/>
          <p:nvPr/>
        </p:nvSpPr>
        <p:spPr>
          <a:xfrm>
            <a:off x="4709160" y="3291840"/>
            <a:ext cx="1737360" cy="91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Kết quả</a:t>
            </a:r>
            <a:endParaRPr b="0" i="0" sz="900" u="none" cap="none" strike="noStrike">
              <a:solidFill>
                <a:schemeClr val="dk1"/>
              </a:solidFill>
              <a:latin typeface="Lexend"/>
              <a:ea typeface="Lexend"/>
              <a:cs typeface="Lexend"/>
              <a:sym typeface="Lexend"/>
            </a:endParaRPr>
          </a:p>
          <a:p>
            <a:pPr indent="0" lvl="0" marL="0" marR="0" rtl="0" algn="ctr">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Chỉ số hoặc sản phẩm đầu ra.</a:t>
            </a:r>
            <a:endParaRPr b="0" i="0" sz="900" u="none" cap="none" strike="noStrike">
              <a:solidFill>
                <a:schemeClr val="dk1"/>
              </a:solidFill>
              <a:latin typeface="Lexend"/>
              <a:ea typeface="Lexend"/>
              <a:cs typeface="Lexend"/>
              <a:sym typeface="Lexend"/>
            </a:endParaRPr>
          </a:p>
        </p:txBody>
      </p:sp>
      <p:sp>
        <p:nvSpPr>
          <p:cNvPr id="412" name="Google Shape;412;p38"/>
          <p:cNvSpPr/>
          <p:nvPr/>
        </p:nvSpPr>
        <p:spPr>
          <a:xfrm>
            <a:off x="7132320" y="2724912"/>
            <a:ext cx="1005840" cy="310896"/>
          </a:xfrm>
          <a:prstGeom prst="roundRect">
            <a:avLst>
              <a:gd fmla="val 50000"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8"/>
          <p:cNvSpPr txBox="1"/>
          <p:nvPr/>
        </p:nvSpPr>
        <p:spPr>
          <a:xfrm>
            <a:off x="7132320" y="2724912"/>
            <a:ext cx="10058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Lexend"/>
              <a:buNone/>
            </a:pPr>
            <a:r>
              <a:rPr b="1" i="0" lang="en" sz="900" u="none" cap="none" strike="noStrike">
                <a:solidFill>
                  <a:srgbClr val="FFFFFF"/>
                </a:solidFill>
                <a:latin typeface="Lexend"/>
                <a:ea typeface="Lexend"/>
                <a:cs typeface="Lexend"/>
                <a:sym typeface="Lexend"/>
              </a:rPr>
              <a:t>Q4/2027</a:t>
            </a:r>
            <a:endParaRPr b="0" i="0" sz="900" u="none" cap="none" strike="noStrike">
              <a:solidFill>
                <a:schemeClr val="dk1"/>
              </a:solidFill>
              <a:latin typeface="Lexend"/>
              <a:ea typeface="Lexend"/>
              <a:cs typeface="Lexend"/>
              <a:sym typeface="Lexend"/>
            </a:endParaRPr>
          </a:p>
        </p:txBody>
      </p:sp>
      <p:sp>
        <p:nvSpPr>
          <p:cNvPr id="414" name="Google Shape;414;p38"/>
          <p:cNvSpPr/>
          <p:nvPr/>
        </p:nvSpPr>
        <p:spPr>
          <a:xfrm>
            <a:off x="6766560" y="1371600"/>
            <a:ext cx="1737360" cy="1097280"/>
          </a:xfrm>
          <a:prstGeom prst="roundRect">
            <a:avLst>
              <a:gd fmla="val 11667"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8"/>
          <p:cNvSpPr txBox="1"/>
          <p:nvPr/>
        </p:nvSpPr>
        <p:spPr>
          <a:xfrm>
            <a:off x="6903720" y="1463040"/>
            <a:ext cx="146304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Mốc chính</a:t>
            </a:r>
            <a:endParaRPr b="0" i="0" sz="900" u="none" cap="none" strike="noStrike">
              <a:solidFill>
                <a:schemeClr val="dk1"/>
              </a:solidFill>
              <a:latin typeface="Lexend"/>
              <a:ea typeface="Lexend"/>
              <a:cs typeface="Lexend"/>
              <a:sym typeface="Lexend"/>
            </a:endParaRPr>
          </a:p>
          <a:p>
            <a:pPr indent="0" lvl="0" marL="0" marR="0" rtl="0" algn="ctr">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Việc cần hoàn thành trong quý.</a:t>
            </a:r>
            <a:endParaRPr b="0" i="0" sz="900" u="none" cap="none" strike="noStrike">
              <a:solidFill>
                <a:schemeClr val="dk1"/>
              </a:solidFill>
              <a:latin typeface="Lexend"/>
              <a:ea typeface="Lexend"/>
              <a:cs typeface="Lexend"/>
              <a:sym typeface="Lexend"/>
            </a:endParaRPr>
          </a:p>
        </p:txBody>
      </p:sp>
      <p:sp>
        <p:nvSpPr>
          <p:cNvPr id="416" name="Google Shape;416;p38"/>
          <p:cNvSpPr txBox="1"/>
          <p:nvPr/>
        </p:nvSpPr>
        <p:spPr>
          <a:xfrm>
            <a:off x="6766560" y="3291840"/>
            <a:ext cx="1737360" cy="91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Kết quả</a:t>
            </a:r>
            <a:endParaRPr b="0" i="0" sz="900" u="none" cap="none" strike="noStrike">
              <a:solidFill>
                <a:schemeClr val="dk1"/>
              </a:solidFill>
              <a:latin typeface="Lexend"/>
              <a:ea typeface="Lexend"/>
              <a:cs typeface="Lexend"/>
              <a:sym typeface="Lexend"/>
            </a:endParaRPr>
          </a:p>
          <a:p>
            <a:pPr indent="0" lvl="0" marL="0" marR="0" rtl="0" algn="ctr">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Chỉ số hoặc sản phẩm đầu ra.</a:t>
            </a:r>
            <a:endParaRPr b="0" i="0" sz="900" u="none" cap="none" strike="noStrike">
              <a:solidFill>
                <a:schemeClr val="dk1"/>
              </a:solidFill>
              <a:latin typeface="Lexend"/>
              <a:ea typeface="Lexend"/>
              <a:cs typeface="Lexend"/>
              <a:sym typeface="Lexend"/>
            </a:endParaRPr>
          </a:p>
        </p:txBody>
      </p:sp>
      <p:sp>
        <p:nvSpPr>
          <p:cNvPr id="417" name="Google Shape;417;p38"/>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9"/>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03 · SO SÁNH</a:t>
            </a:r>
            <a:endParaRPr sz="800"/>
          </a:p>
        </p:txBody>
      </p:sp>
      <p:sp>
        <p:nvSpPr>
          <p:cNvPr id="424" name="Google Shape;424;p39"/>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So sánh hai phương án — đề xuất phương án B</a:t>
            </a:r>
            <a:endParaRPr sz="1900"/>
          </a:p>
        </p:txBody>
      </p:sp>
      <p:sp>
        <p:nvSpPr>
          <p:cNvPr id="425" name="Google Shape;425;p39"/>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426" name="Google Shape;426;p39"/>
          <p:cNvSpPr/>
          <p:nvPr/>
        </p:nvSpPr>
        <p:spPr>
          <a:xfrm>
            <a:off x="2743200" y="1325880"/>
            <a:ext cx="2834640" cy="3200400"/>
          </a:xfrm>
          <a:prstGeom prst="roundRect">
            <a:avLst>
              <a:gd fmla="val 5806"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9"/>
          <p:cNvSpPr/>
          <p:nvPr/>
        </p:nvSpPr>
        <p:spPr>
          <a:xfrm>
            <a:off x="5760720" y="1325880"/>
            <a:ext cx="2926080" cy="3200400"/>
          </a:xfrm>
          <a:prstGeom prst="roundRect">
            <a:avLst>
              <a:gd fmla="val 5625"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9"/>
          <p:cNvSpPr txBox="1"/>
          <p:nvPr/>
        </p:nvSpPr>
        <p:spPr>
          <a:xfrm>
            <a:off x="2926080" y="1417320"/>
            <a:ext cx="2468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1400"/>
              <a:buFont typeface="Lexend"/>
              <a:buNone/>
            </a:pPr>
            <a:r>
              <a:rPr b="1" i="0" lang="en" sz="1400" u="none" cap="none" strike="noStrike">
                <a:solidFill>
                  <a:srgbClr val="401F99"/>
                </a:solidFill>
                <a:latin typeface="Lexend"/>
                <a:ea typeface="Lexend"/>
                <a:cs typeface="Lexend"/>
                <a:sym typeface="Lexend"/>
              </a:rPr>
              <a:t>Phương án A</a:t>
            </a:r>
            <a:endParaRPr b="0" i="0" sz="1400" u="none" cap="none" strike="noStrike">
              <a:solidFill>
                <a:schemeClr val="dk1"/>
              </a:solidFill>
              <a:latin typeface="Lexend"/>
              <a:ea typeface="Lexend"/>
              <a:cs typeface="Lexend"/>
              <a:sym typeface="Lexend"/>
            </a:endParaRPr>
          </a:p>
        </p:txBody>
      </p:sp>
      <p:sp>
        <p:nvSpPr>
          <p:cNvPr id="429" name="Google Shape;429;p39"/>
          <p:cNvSpPr txBox="1"/>
          <p:nvPr/>
        </p:nvSpPr>
        <p:spPr>
          <a:xfrm>
            <a:off x="5943600" y="141732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Lexend"/>
              <a:buNone/>
            </a:pPr>
            <a:r>
              <a:rPr b="1" i="0" lang="en" sz="1400" u="none" cap="none" strike="noStrike">
                <a:solidFill>
                  <a:srgbClr val="FFFFFF"/>
                </a:solidFill>
                <a:latin typeface="Lexend"/>
                <a:ea typeface="Lexend"/>
                <a:cs typeface="Lexend"/>
                <a:sym typeface="Lexend"/>
              </a:rPr>
              <a:t>Phương án B</a:t>
            </a:r>
            <a:endParaRPr b="0" i="0" sz="1400" u="none" cap="none" strike="noStrike">
              <a:solidFill>
                <a:schemeClr val="dk1"/>
              </a:solidFill>
              <a:latin typeface="Lexend"/>
              <a:ea typeface="Lexend"/>
              <a:cs typeface="Lexend"/>
              <a:sym typeface="Lexend"/>
            </a:endParaRPr>
          </a:p>
        </p:txBody>
      </p:sp>
      <p:sp>
        <p:nvSpPr>
          <p:cNvPr id="430" name="Google Shape;430;p39"/>
          <p:cNvSpPr/>
          <p:nvPr/>
        </p:nvSpPr>
        <p:spPr>
          <a:xfrm>
            <a:off x="7543800" y="1490472"/>
            <a:ext cx="960120" cy="274320"/>
          </a:xfrm>
          <a:prstGeom prst="roundRect">
            <a:avLst>
              <a:gd fmla="val 50000" name="adj"/>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9"/>
          <p:cNvSpPr txBox="1"/>
          <p:nvPr/>
        </p:nvSpPr>
        <p:spPr>
          <a:xfrm>
            <a:off x="7543800" y="1490472"/>
            <a:ext cx="9601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530"/>
              </a:buClr>
              <a:buSzPts val="750"/>
              <a:buFont typeface="Lexend"/>
              <a:buNone/>
            </a:pPr>
            <a:r>
              <a:rPr b="1" i="0" lang="en" sz="750" u="none" cap="none" strike="noStrike">
                <a:solidFill>
                  <a:srgbClr val="1B1530"/>
                </a:solidFill>
                <a:latin typeface="Lexend"/>
                <a:ea typeface="Lexend"/>
                <a:cs typeface="Lexend"/>
                <a:sym typeface="Lexend"/>
              </a:rPr>
              <a:t>ĐỀ XUẤT</a:t>
            </a:r>
            <a:endParaRPr b="0" i="0" sz="750" u="none" cap="none" strike="noStrike">
              <a:solidFill>
                <a:schemeClr val="dk1"/>
              </a:solidFill>
              <a:latin typeface="Lexend"/>
              <a:ea typeface="Lexend"/>
              <a:cs typeface="Lexend"/>
              <a:sym typeface="Lexend"/>
            </a:endParaRPr>
          </a:p>
        </p:txBody>
      </p:sp>
      <p:sp>
        <p:nvSpPr>
          <p:cNvPr id="432" name="Google Shape;432;p39"/>
          <p:cNvSpPr txBox="1"/>
          <p:nvPr/>
        </p:nvSpPr>
        <p:spPr>
          <a:xfrm>
            <a:off x="457200" y="1965960"/>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1100"/>
              <a:buFont typeface="Lexend"/>
              <a:buNone/>
            </a:pPr>
            <a:r>
              <a:rPr b="1" i="0" lang="en" sz="1100" u="none" cap="none" strike="noStrike">
                <a:solidFill>
                  <a:srgbClr val="1B1530"/>
                </a:solidFill>
                <a:latin typeface="Lexend"/>
                <a:ea typeface="Lexend"/>
                <a:cs typeface="Lexend"/>
                <a:sym typeface="Lexend"/>
              </a:rPr>
              <a:t>Chi phí</a:t>
            </a:r>
            <a:endParaRPr b="0" i="0" sz="1100" u="none" cap="none" strike="noStrike">
              <a:solidFill>
                <a:schemeClr val="dk1"/>
              </a:solidFill>
              <a:latin typeface="Lexend"/>
              <a:ea typeface="Lexend"/>
              <a:cs typeface="Lexend"/>
              <a:sym typeface="Lexend"/>
            </a:endParaRPr>
          </a:p>
        </p:txBody>
      </p:sp>
      <p:sp>
        <p:nvSpPr>
          <p:cNvPr id="433" name="Google Shape;433;p39"/>
          <p:cNvSpPr txBox="1"/>
          <p:nvPr/>
        </p:nvSpPr>
        <p:spPr>
          <a:xfrm>
            <a:off x="2926080" y="1965960"/>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Mô tả ngắn cho phương án A</a:t>
            </a:r>
            <a:endParaRPr b="0" i="0" sz="950" u="none" cap="none" strike="noStrike">
              <a:solidFill>
                <a:schemeClr val="dk1"/>
              </a:solidFill>
              <a:latin typeface="Lexend"/>
              <a:ea typeface="Lexend"/>
              <a:cs typeface="Lexend"/>
              <a:sym typeface="Lexend"/>
            </a:endParaRPr>
          </a:p>
        </p:txBody>
      </p:sp>
      <p:sp>
        <p:nvSpPr>
          <p:cNvPr id="434" name="Google Shape;434;p39"/>
          <p:cNvSpPr txBox="1"/>
          <p:nvPr/>
        </p:nvSpPr>
        <p:spPr>
          <a:xfrm>
            <a:off x="5943600" y="1965960"/>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Lexend"/>
              <a:buNone/>
            </a:pPr>
            <a:r>
              <a:rPr b="0" i="0" lang="en" sz="950" u="none" cap="none" strike="noStrike">
                <a:solidFill>
                  <a:srgbClr val="FFFFFF"/>
                </a:solidFill>
                <a:latin typeface="Lexend"/>
                <a:ea typeface="Lexend"/>
                <a:cs typeface="Lexend"/>
                <a:sym typeface="Lexend"/>
              </a:rPr>
              <a:t>Mô tả ngắn cho phương án B</a:t>
            </a:r>
            <a:endParaRPr b="0" i="0" sz="950" u="none" cap="none" strike="noStrike">
              <a:solidFill>
                <a:schemeClr val="dk1"/>
              </a:solidFill>
              <a:latin typeface="Lexend"/>
              <a:ea typeface="Lexend"/>
              <a:cs typeface="Lexend"/>
              <a:sym typeface="Lexend"/>
            </a:endParaRPr>
          </a:p>
        </p:txBody>
      </p:sp>
      <p:cxnSp>
        <p:nvCxnSpPr>
          <p:cNvPr id="435" name="Google Shape;435;p39"/>
          <p:cNvCxnSpPr/>
          <p:nvPr/>
        </p:nvCxnSpPr>
        <p:spPr>
          <a:xfrm>
            <a:off x="457200" y="2532888"/>
            <a:ext cx="8229600" cy="0"/>
          </a:xfrm>
          <a:prstGeom prst="straightConnector1">
            <a:avLst/>
          </a:prstGeom>
          <a:noFill/>
          <a:ln cap="flat" cmpd="sng" w="9525">
            <a:solidFill>
              <a:srgbClr val="E6E3EE"/>
            </a:solidFill>
            <a:prstDash val="solid"/>
            <a:round/>
            <a:headEnd len="sm" w="sm" type="none"/>
            <a:tailEnd len="sm" w="sm" type="none"/>
          </a:ln>
        </p:spPr>
      </p:cxnSp>
      <p:sp>
        <p:nvSpPr>
          <p:cNvPr id="436" name="Google Shape;436;p39"/>
          <p:cNvSpPr txBox="1"/>
          <p:nvPr/>
        </p:nvSpPr>
        <p:spPr>
          <a:xfrm>
            <a:off x="457200" y="2587752"/>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1100"/>
              <a:buFont typeface="Lexend"/>
              <a:buNone/>
            </a:pPr>
            <a:r>
              <a:rPr b="1" i="0" lang="en" sz="1100" u="none" cap="none" strike="noStrike">
                <a:solidFill>
                  <a:srgbClr val="1B1530"/>
                </a:solidFill>
                <a:latin typeface="Lexend"/>
                <a:ea typeface="Lexend"/>
                <a:cs typeface="Lexend"/>
                <a:sym typeface="Lexend"/>
              </a:rPr>
              <a:t>Thời gian</a:t>
            </a:r>
            <a:endParaRPr b="0" i="0" sz="1100" u="none" cap="none" strike="noStrike">
              <a:solidFill>
                <a:schemeClr val="dk1"/>
              </a:solidFill>
              <a:latin typeface="Lexend"/>
              <a:ea typeface="Lexend"/>
              <a:cs typeface="Lexend"/>
              <a:sym typeface="Lexend"/>
            </a:endParaRPr>
          </a:p>
        </p:txBody>
      </p:sp>
      <p:sp>
        <p:nvSpPr>
          <p:cNvPr id="437" name="Google Shape;437;p39"/>
          <p:cNvSpPr txBox="1"/>
          <p:nvPr/>
        </p:nvSpPr>
        <p:spPr>
          <a:xfrm>
            <a:off x="2926080" y="2587752"/>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Mô tả ngắn cho phương án A</a:t>
            </a:r>
            <a:endParaRPr b="0" i="0" sz="950" u="none" cap="none" strike="noStrike">
              <a:solidFill>
                <a:schemeClr val="dk1"/>
              </a:solidFill>
              <a:latin typeface="Lexend"/>
              <a:ea typeface="Lexend"/>
              <a:cs typeface="Lexend"/>
              <a:sym typeface="Lexend"/>
            </a:endParaRPr>
          </a:p>
        </p:txBody>
      </p:sp>
      <p:sp>
        <p:nvSpPr>
          <p:cNvPr id="438" name="Google Shape;438;p39"/>
          <p:cNvSpPr txBox="1"/>
          <p:nvPr/>
        </p:nvSpPr>
        <p:spPr>
          <a:xfrm>
            <a:off x="5943600" y="2587752"/>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Lexend"/>
              <a:buNone/>
            </a:pPr>
            <a:r>
              <a:rPr b="0" i="0" lang="en" sz="950" u="none" cap="none" strike="noStrike">
                <a:solidFill>
                  <a:srgbClr val="FFFFFF"/>
                </a:solidFill>
                <a:latin typeface="Lexend"/>
                <a:ea typeface="Lexend"/>
                <a:cs typeface="Lexend"/>
                <a:sym typeface="Lexend"/>
              </a:rPr>
              <a:t>Mô tả ngắn cho phương án B</a:t>
            </a:r>
            <a:endParaRPr b="0" i="0" sz="950" u="none" cap="none" strike="noStrike">
              <a:solidFill>
                <a:schemeClr val="dk1"/>
              </a:solidFill>
              <a:latin typeface="Lexend"/>
              <a:ea typeface="Lexend"/>
              <a:cs typeface="Lexend"/>
              <a:sym typeface="Lexend"/>
            </a:endParaRPr>
          </a:p>
        </p:txBody>
      </p:sp>
      <p:cxnSp>
        <p:nvCxnSpPr>
          <p:cNvPr id="439" name="Google Shape;439;p39"/>
          <p:cNvCxnSpPr/>
          <p:nvPr/>
        </p:nvCxnSpPr>
        <p:spPr>
          <a:xfrm>
            <a:off x="457200" y="3154680"/>
            <a:ext cx="8229600" cy="0"/>
          </a:xfrm>
          <a:prstGeom prst="straightConnector1">
            <a:avLst/>
          </a:prstGeom>
          <a:noFill/>
          <a:ln cap="flat" cmpd="sng" w="9525">
            <a:solidFill>
              <a:srgbClr val="E6E3EE"/>
            </a:solidFill>
            <a:prstDash val="solid"/>
            <a:round/>
            <a:headEnd len="sm" w="sm" type="none"/>
            <a:tailEnd len="sm" w="sm" type="none"/>
          </a:ln>
        </p:spPr>
      </p:cxnSp>
      <p:sp>
        <p:nvSpPr>
          <p:cNvPr id="440" name="Google Shape;440;p39"/>
          <p:cNvSpPr txBox="1"/>
          <p:nvPr/>
        </p:nvSpPr>
        <p:spPr>
          <a:xfrm>
            <a:off x="457200" y="3209544"/>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1100"/>
              <a:buFont typeface="Lexend"/>
              <a:buNone/>
            </a:pPr>
            <a:r>
              <a:rPr b="1" i="0" lang="en" sz="1100" u="none" cap="none" strike="noStrike">
                <a:solidFill>
                  <a:srgbClr val="1B1530"/>
                </a:solidFill>
                <a:latin typeface="Lexend"/>
                <a:ea typeface="Lexend"/>
                <a:cs typeface="Lexend"/>
                <a:sym typeface="Lexend"/>
              </a:rPr>
              <a:t>Hiệu quả</a:t>
            </a:r>
            <a:endParaRPr b="0" i="0" sz="1100" u="none" cap="none" strike="noStrike">
              <a:solidFill>
                <a:schemeClr val="dk1"/>
              </a:solidFill>
              <a:latin typeface="Lexend"/>
              <a:ea typeface="Lexend"/>
              <a:cs typeface="Lexend"/>
              <a:sym typeface="Lexend"/>
            </a:endParaRPr>
          </a:p>
        </p:txBody>
      </p:sp>
      <p:sp>
        <p:nvSpPr>
          <p:cNvPr id="441" name="Google Shape;441;p39"/>
          <p:cNvSpPr txBox="1"/>
          <p:nvPr/>
        </p:nvSpPr>
        <p:spPr>
          <a:xfrm>
            <a:off x="2926080" y="3209544"/>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Mô tả ngắn cho phương án A</a:t>
            </a:r>
            <a:endParaRPr b="0" i="0" sz="950" u="none" cap="none" strike="noStrike">
              <a:solidFill>
                <a:schemeClr val="dk1"/>
              </a:solidFill>
              <a:latin typeface="Lexend"/>
              <a:ea typeface="Lexend"/>
              <a:cs typeface="Lexend"/>
              <a:sym typeface="Lexend"/>
            </a:endParaRPr>
          </a:p>
        </p:txBody>
      </p:sp>
      <p:sp>
        <p:nvSpPr>
          <p:cNvPr id="442" name="Google Shape;442;p39"/>
          <p:cNvSpPr txBox="1"/>
          <p:nvPr/>
        </p:nvSpPr>
        <p:spPr>
          <a:xfrm>
            <a:off x="5943600" y="3209544"/>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Lexend"/>
              <a:buNone/>
            </a:pPr>
            <a:r>
              <a:rPr b="0" i="0" lang="en" sz="950" u="none" cap="none" strike="noStrike">
                <a:solidFill>
                  <a:srgbClr val="FFFFFF"/>
                </a:solidFill>
                <a:latin typeface="Lexend"/>
                <a:ea typeface="Lexend"/>
                <a:cs typeface="Lexend"/>
                <a:sym typeface="Lexend"/>
              </a:rPr>
              <a:t>Mô tả ngắn cho phương án B</a:t>
            </a:r>
            <a:endParaRPr b="0" i="0" sz="950" u="none" cap="none" strike="noStrike">
              <a:solidFill>
                <a:schemeClr val="dk1"/>
              </a:solidFill>
              <a:latin typeface="Lexend"/>
              <a:ea typeface="Lexend"/>
              <a:cs typeface="Lexend"/>
              <a:sym typeface="Lexend"/>
            </a:endParaRPr>
          </a:p>
        </p:txBody>
      </p:sp>
      <p:cxnSp>
        <p:nvCxnSpPr>
          <p:cNvPr id="443" name="Google Shape;443;p39"/>
          <p:cNvCxnSpPr/>
          <p:nvPr/>
        </p:nvCxnSpPr>
        <p:spPr>
          <a:xfrm>
            <a:off x="457200" y="3776472"/>
            <a:ext cx="8229600" cy="0"/>
          </a:xfrm>
          <a:prstGeom prst="straightConnector1">
            <a:avLst/>
          </a:prstGeom>
          <a:noFill/>
          <a:ln cap="flat" cmpd="sng" w="9525">
            <a:solidFill>
              <a:srgbClr val="E6E3EE"/>
            </a:solidFill>
            <a:prstDash val="solid"/>
            <a:round/>
            <a:headEnd len="sm" w="sm" type="none"/>
            <a:tailEnd len="sm" w="sm" type="none"/>
          </a:ln>
        </p:spPr>
      </p:cxnSp>
      <p:sp>
        <p:nvSpPr>
          <p:cNvPr id="444" name="Google Shape;444;p39"/>
          <p:cNvSpPr txBox="1"/>
          <p:nvPr/>
        </p:nvSpPr>
        <p:spPr>
          <a:xfrm>
            <a:off x="457200" y="3831336"/>
            <a:ext cx="21031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1100"/>
              <a:buFont typeface="Lexend"/>
              <a:buNone/>
            </a:pPr>
            <a:r>
              <a:rPr b="1" i="0" lang="en" sz="1100" u="none" cap="none" strike="noStrike">
                <a:solidFill>
                  <a:srgbClr val="1B1530"/>
                </a:solidFill>
                <a:latin typeface="Lexend"/>
                <a:ea typeface="Lexend"/>
                <a:cs typeface="Lexend"/>
                <a:sym typeface="Lexend"/>
              </a:rPr>
              <a:t>Rủi ro</a:t>
            </a:r>
            <a:endParaRPr b="0" i="0" sz="1100" u="none" cap="none" strike="noStrike">
              <a:solidFill>
                <a:schemeClr val="dk1"/>
              </a:solidFill>
              <a:latin typeface="Lexend"/>
              <a:ea typeface="Lexend"/>
              <a:cs typeface="Lexend"/>
              <a:sym typeface="Lexend"/>
            </a:endParaRPr>
          </a:p>
        </p:txBody>
      </p:sp>
      <p:sp>
        <p:nvSpPr>
          <p:cNvPr id="445" name="Google Shape;445;p39"/>
          <p:cNvSpPr txBox="1"/>
          <p:nvPr/>
        </p:nvSpPr>
        <p:spPr>
          <a:xfrm>
            <a:off x="2926080" y="3831336"/>
            <a:ext cx="2468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Mô tả ngắn cho phương án A</a:t>
            </a:r>
            <a:endParaRPr b="0" i="0" sz="950" u="none" cap="none" strike="noStrike">
              <a:solidFill>
                <a:schemeClr val="dk1"/>
              </a:solidFill>
              <a:latin typeface="Lexend"/>
              <a:ea typeface="Lexend"/>
              <a:cs typeface="Lexend"/>
              <a:sym typeface="Lexend"/>
            </a:endParaRPr>
          </a:p>
        </p:txBody>
      </p:sp>
      <p:sp>
        <p:nvSpPr>
          <p:cNvPr id="446" name="Google Shape;446;p39"/>
          <p:cNvSpPr txBox="1"/>
          <p:nvPr/>
        </p:nvSpPr>
        <p:spPr>
          <a:xfrm>
            <a:off x="5943600" y="3831336"/>
            <a:ext cx="2560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Lexend"/>
              <a:buNone/>
            </a:pPr>
            <a:r>
              <a:rPr b="0" i="0" lang="en" sz="950" u="none" cap="none" strike="noStrike">
                <a:solidFill>
                  <a:srgbClr val="FFFFFF"/>
                </a:solidFill>
                <a:latin typeface="Lexend"/>
                <a:ea typeface="Lexend"/>
                <a:cs typeface="Lexend"/>
                <a:sym typeface="Lexend"/>
              </a:rPr>
              <a:t>Mô tả ngắn cho phương án B</a:t>
            </a:r>
            <a:endParaRPr b="0" i="0" sz="950" u="none" cap="none" strike="noStrike">
              <a:solidFill>
                <a:schemeClr val="dk1"/>
              </a:solidFill>
              <a:latin typeface="Lexend"/>
              <a:ea typeface="Lexend"/>
              <a:cs typeface="Lexend"/>
              <a:sym typeface="Lexend"/>
            </a:endParaRPr>
          </a:p>
        </p:txBody>
      </p:sp>
      <p:sp>
        <p:nvSpPr>
          <p:cNvPr id="447" name="Google Shape;447;p39"/>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0"/>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ĐỘI NGŨ</a:t>
            </a:r>
            <a:endParaRPr sz="800"/>
          </a:p>
        </p:txBody>
      </p:sp>
      <p:sp>
        <p:nvSpPr>
          <p:cNvPr id="454" name="Google Shape;454;p40"/>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Đội ngũ phụ trách</a:t>
            </a:r>
            <a:endParaRPr sz="1900"/>
          </a:p>
        </p:txBody>
      </p:sp>
      <p:sp>
        <p:nvSpPr>
          <p:cNvPr id="455" name="Google Shape;455;p40"/>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456" name="Google Shape;456;p40"/>
          <p:cNvSpPr/>
          <p:nvPr/>
        </p:nvSpPr>
        <p:spPr>
          <a:xfrm>
            <a:off x="457200" y="1325880"/>
            <a:ext cx="1938528" cy="3200400"/>
          </a:xfrm>
          <a:prstGeom prst="roundRect">
            <a:avLst>
              <a:gd fmla="val 8491"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0"/>
          <p:cNvSpPr/>
          <p:nvPr/>
        </p:nvSpPr>
        <p:spPr>
          <a:xfrm>
            <a:off x="850392" y="1554480"/>
            <a:ext cx="1152144" cy="115214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t1.jpg" id="458" name="Google Shape;458;p40"/>
          <p:cNvPicPr preferRelativeResize="0"/>
          <p:nvPr/>
        </p:nvPicPr>
        <p:blipFill rotWithShape="1">
          <a:blip r:embed="rId3">
            <a:alphaModFix/>
          </a:blip>
          <a:srcRect b="0" l="0" r="0" t="0"/>
          <a:stretch/>
        </p:blipFill>
        <p:spPr>
          <a:xfrm>
            <a:off x="896112" y="1600200"/>
            <a:ext cx="1060704" cy="1060704"/>
          </a:xfrm>
          <a:prstGeom prst="ellipse">
            <a:avLst/>
          </a:prstGeom>
          <a:noFill/>
          <a:ln>
            <a:noFill/>
          </a:ln>
        </p:spPr>
      </p:pic>
      <p:sp>
        <p:nvSpPr>
          <p:cNvPr id="459" name="Google Shape;459;p40"/>
          <p:cNvSpPr txBox="1"/>
          <p:nvPr/>
        </p:nvSpPr>
        <p:spPr>
          <a:xfrm>
            <a:off x="594360" y="2834640"/>
            <a:ext cx="1664208"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01F99"/>
              </a:buClr>
              <a:buSzPts val="1200"/>
              <a:buFont typeface="Lexend"/>
              <a:buNone/>
            </a:pPr>
            <a:r>
              <a:rPr b="1" i="0" lang="en" sz="1200" u="none" cap="none" strike="noStrike">
                <a:solidFill>
                  <a:srgbClr val="401F99"/>
                </a:solidFill>
                <a:latin typeface="Lexend"/>
                <a:ea typeface="Lexend"/>
                <a:cs typeface="Lexend"/>
                <a:sym typeface="Lexend"/>
              </a:rPr>
              <a:t>Họ và tên</a:t>
            </a:r>
            <a:endParaRPr b="0" i="0" sz="1200" u="none" cap="none" strike="noStrike">
              <a:solidFill>
                <a:schemeClr val="dk1"/>
              </a:solidFill>
              <a:latin typeface="Lexend"/>
              <a:ea typeface="Lexend"/>
              <a:cs typeface="Lexend"/>
              <a:sym typeface="Lexend"/>
            </a:endParaRPr>
          </a:p>
        </p:txBody>
      </p:sp>
      <p:sp>
        <p:nvSpPr>
          <p:cNvPr id="460" name="Google Shape;460;p40"/>
          <p:cNvSpPr txBox="1"/>
          <p:nvPr/>
        </p:nvSpPr>
        <p:spPr>
          <a:xfrm>
            <a:off x="594360" y="3154680"/>
            <a:ext cx="166420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5A75"/>
              </a:buClr>
              <a:buSzPts val="900"/>
              <a:buFont typeface="Lexend"/>
              <a:buNone/>
            </a:pPr>
            <a:r>
              <a:rPr b="0" i="0" lang="en" sz="900" u="none" cap="none" strike="noStrike">
                <a:solidFill>
                  <a:srgbClr val="5F5A75"/>
                </a:solidFill>
                <a:latin typeface="Lexend"/>
                <a:ea typeface="Lexend"/>
                <a:cs typeface="Lexend"/>
                <a:sym typeface="Lexend"/>
              </a:rPr>
              <a:t>Chức danh</a:t>
            </a:r>
            <a:endParaRPr b="0" i="0" sz="900" u="none" cap="none" strike="noStrike">
              <a:solidFill>
                <a:schemeClr val="dk1"/>
              </a:solidFill>
              <a:latin typeface="Lexend"/>
              <a:ea typeface="Lexend"/>
              <a:cs typeface="Lexend"/>
              <a:sym typeface="Lexend"/>
            </a:endParaRPr>
          </a:p>
        </p:txBody>
      </p:sp>
      <p:sp>
        <p:nvSpPr>
          <p:cNvPr id="461" name="Google Shape;461;p40"/>
          <p:cNvSpPr txBox="1"/>
          <p:nvPr/>
        </p:nvSpPr>
        <p:spPr>
          <a:xfrm>
            <a:off x="640080" y="3520440"/>
            <a:ext cx="1572768"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dòng về phạm vi phụ trách</a:t>
            </a:r>
            <a:endParaRPr b="0" i="0" sz="850" u="none" cap="none" strike="noStrike">
              <a:solidFill>
                <a:schemeClr val="dk1"/>
              </a:solidFill>
              <a:latin typeface="Lexend"/>
              <a:ea typeface="Lexend"/>
              <a:cs typeface="Lexend"/>
              <a:sym typeface="Lexend"/>
            </a:endParaRPr>
          </a:p>
        </p:txBody>
      </p:sp>
      <p:sp>
        <p:nvSpPr>
          <p:cNvPr id="462" name="Google Shape;462;p40"/>
          <p:cNvSpPr/>
          <p:nvPr/>
        </p:nvSpPr>
        <p:spPr>
          <a:xfrm>
            <a:off x="2560320" y="1325880"/>
            <a:ext cx="1938528" cy="3200400"/>
          </a:xfrm>
          <a:prstGeom prst="roundRect">
            <a:avLst>
              <a:gd fmla="val 8491" name="adj"/>
            </a:avLst>
          </a:prstGeom>
          <a:solidFill>
            <a:srgbClr val="D2FCFF"/>
          </a:solidFill>
          <a:ln cap="flat" cmpd="sng" w="12700">
            <a:solidFill>
              <a:srgbClr val="D2F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0"/>
          <p:cNvSpPr/>
          <p:nvPr/>
        </p:nvSpPr>
        <p:spPr>
          <a:xfrm>
            <a:off x="2953512" y="1554480"/>
            <a:ext cx="1152144" cy="115214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t2.jpg" id="464" name="Google Shape;464;p40"/>
          <p:cNvPicPr preferRelativeResize="0"/>
          <p:nvPr/>
        </p:nvPicPr>
        <p:blipFill rotWithShape="1">
          <a:blip r:embed="rId4">
            <a:alphaModFix/>
          </a:blip>
          <a:srcRect b="0" l="0" r="0" t="0"/>
          <a:stretch/>
        </p:blipFill>
        <p:spPr>
          <a:xfrm>
            <a:off x="2999232" y="1600200"/>
            <a:ext cx="1060704" cy="1060704"/>
          </a:xfrm>
          <a:prstGeom prst="ellipse">
            <a:avLst/>
          </a:prstGeom>
          <a:noFill/>
          <a:ln>
            <a:noFill/>
          </a:ln>
        </p:spPr>
      </p:pic>
      <p:sp>
        <p:nvSpPr>
          <p:cNvPr id="465" name="Google Shape;465;p40"/>
          <p:cNvSpPr txBox="1"/>
          <p:nvPr/>
        </p:nvSpPr>
        <p:spPr>
          <a:xfrm>
            <a:off x="2697480" y="2834640"/>
            <a:ext cx="1664208"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01F99"/>
              </a:buClr>
              <a:buSzPts val="1200"/>
              <a:buFont typeface="Lexend"/>
              <a:buNone/>
            </a:pPr>
            <a:r>
              <a:rPr b="1" i="0" lang="en" sz="1200" u="none" cap="none" strike="noStrike">
                <a:solidFill>
                  <a:srgbClr val="401F99"/>
                </a:solidFill>
                <a:latin typeface="Lexend"/>
                <a:ea typeface="Lexend"/>
                <a:cs typeface="Lexend"/>
                <a:sym typeface="Lexend"/>
              </a:rPr>
              <a:t>Họ và tên</a:t>
            </a:r>
            <a:endParaRPr b="0" i="0" sz="1200" u="none" cap="none" strike="noStrike">
              <a:solidFill>
                <a:schemeClr val="dk1"/>
              </a:solidFill>
              <a:latin typeface="Lexend"/>
              <a:ea typeface="Lexend"/>
              <a:cs typeface="Lexend"/>
              <a:sym typeface="Lexend"/>
            </a:endParaRPr>
          </a:p>
        </p:txBody>
      </p:sp>
      <p:sp>
        <p:nvSpPr>
          <p:cNvPr id="466" name="Google Shape;466;p40"/>
          <p:cNvSpPr txBox="1"/>
          <p:nvPr/>
        </p:nvSpPr>
        <p:spPr>
          <a:xfrm>
            <a:off x="2697480" y="3154680"/>
            <a:ext cx="166420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5A75"/>
              </a:buClr>
              <a:buSzPts val="900"/>
              <a:buFont typeface="Lexend"/>
              <a:buNone/>
            </a:pPr>
            <a:r>
              <a:rPr b="0" i="0" lang="en" sz="900" u="none" cap="none" strike="noStrike">
                <a:solidFill>
                  <a:srgbClr val="5F5A75"/>
                </a:solidFill>
                <a:latin typeface="Lexend"/>
                <a:ea typeface="Lexend"/>
                <a:cs typeface="Lexend"/>
                <a:sym typeface="Lexend"/>
              </a:rPr>
              <a:t>Chức danh</a:t>
            </a:r>
            <a:endParaRPr b="0" i="0" sz="900" u="none" cap="none" strike="noStrike">
              <a:solidFill>
                <a:schemeClr val="dk1"/>
              </a:solidFill>
              <a:latin typeface="Lexend"/>
              <a:ea typeface="Lexend"/>
              <a:cs typeface="Lexend"/>
              <a:sym typeface="Lexend"/>
            </a:endParaRPr>
          </a:p>
        </p:txBody>
      </p:sp>
      <p:sp>
        <p:nvSpPr>
          <p:cNvPr id="467" name="Google Shape;467;p40"/>
          <p:cNvSpPr txBox="1"/>
          <p:nvPr/>
        </p:nvSpPr>
        <p:spPr>
          <a:xfrm>
            <a:off x="2743200" y="3520440"/>
            <a:ext cx="1572768"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dòng về phạm vi phụ trách</a:t>
            </a:r>
            <a:endParaRPr b="0" i="0" sz="850" u="none" cap="none" strike="noStrike">
              <a:solidFill>
                <a:schemeClr val="dk1"/>
              </a:solidFill>
              <a:latin typeface="Lexend"/>
              <a:ea typeface="Lexend"/>
              <a:cs typeface="Lexend"/>
              <a:sym typeface="Lexend"/>
            </a:endParaRPr>
          </a:p>
        </p:txBody>
      </p:sp>
      <p:sp>
        <p:nvSpPr>
          <p:cNvPr id="468" name="Google Shape;468;p40"/>
          <p:cNvSpPr/>
          <p:nvPr/>
        </p:nvSpPr>
        <p:spPr>
          <a:xfrm>
            <a:off x="4663440" y="1325880"/>
            <a:ext cx="1938528" cy="3200400"/>
          </a:xfrm>
          <a:prstGeom prst="roundRect">
            <a:avLst>
              <a:gd fmla="val 8491"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0"/>
          <p:cNvSpPr/>
          <p:nvPr/>
        </p:nvSpPr>
        <p:spPr>
          <a:xfrm>
            <a:off x="5056632" y="1554480"/>
            <a:ext cx="1152144" cy="115214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t3.jpg" id="470" name="Google Shape;470;p40"/>
          <p:cNvPicPr preferRelativeResize="0"/>
          <p:nvPr/>
        </p:nvPicPr>
        <p:blipFill rotWithShape="1">
          <a:blip r:embed="rId5">
            <a:alphaModFix/>
          </a:blip>
          <a:srcRect b="0" l="0" r="0" t="0"/>
          <a:stretch/>
        </p:blipFill>
        <p:spPr>
          <a:xfrm>
            <a:off x="5102352" y="1600200"/>
            <a:ext cx="1060704" cy="1060704"/>
          </a:xfrm>
          <a:prstGeom prst="ellipse">
            <a:avLst/>
          </a:prstGeom>
          <a:noFill/>
          <a:ln>
            <a:noFill/>
          </a:ln>
        </p:spPr>
      </p:pic>
      <p:sp>
        <p:nvSpPr>
          <p:cNvPr id="471" name="Google Shape;471;p40"/>
          <p:cNvSpPr txBox="1"/>
          <p:nvPr/>
        </p:nvSpPr>
        <p:spPr>
          <a:xfrm>
            <a:off x="4800600" y="2834640"/>
            <a:ext cx="1664208"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01F99"/>
              </a:buClr>
              <a:buSzPts val="1200"/>
              <a:buFont typeface="Lexend"/>
              <a:buNone/>
            </a:pPr>
            <a:r>
              <a:rPr b="1" i="0" lang="en" sz="1200" u="none" cap="none" strike="noStrike">
                <a:solidFill>
                  <a:srgbClr val="401F99"/>
                </a:solidFill>
                <a:latin typeface="Lexend"/>
                <a:ea typeface="Lexend"/>
                <a:cs typeface="Lexend"/>
                <a:sym typeface="Lexend"/>
              </a:rPr>
              <a:t>Họ và tên</a:t>
            </a:r>
            <a:endParaRPr b="0" i="0" sz="1200" u="none" cap="none" strike="noStrike">
              <a:solidFill>
                <a:schemeClr val="dk1"/>
              </a:solidFill>
              <a:latin typeface="Lexend"/>
              <a:ea typeface="Lexend"/>
              <a:cs typeface="Lexend"/>
              <a:sym typeface="Lexend"/>
            </a:endParaRPr>
          </a:p>
        </p:txBody>
      </p:sp>
      <p:sp>
        <p:nvSpPr>
          <p:cNvPr id="472" name="Google Shape;472;p40"/>
          <p:cNvSpPr txBox="1"/>
          <p:nvPr/>
        </p:nvSpPr>
        <p:spPr>
          <a:xfrm>
            <a:off x="4800600" y="3154680"/>
            <a:ext cx="166420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5A75"/>
              </a:buClr>
              <a:buSzPts val="900"/>
              <a:buFont typeface="Lexend"/>
              <a:buNone/>
            </a:pPr>
            <a:r>
              <a:rPr b="0" i="0" lang="en" sz="900" u="none" cap="none" strike="noStrike">
                <a:solidFill>
                  <a:srgbClr val="5F5A75"/>
                </a:solidFill>
                <a:latin typeface="Lexend"/>
                <a:ea typeface="Lexend"/>
                <a:cs typeface="Lexend"/>
                <a:sym typeface="Lexend"/>
              </a:rPr>
              <a:t>Chức danh</a:t>
            </a:r>
            <a:endParaRPr b="0" i="0" sz="900" u="none" cap="none" strike="noStrike">
              <a:solidFill>
                <a:schemeClr val="dk1"/>
              </a:solidFill>
              <a:latin typeface="Lexend"/>
              <a:ea typeface="Lexend"/>
              <a:cs typeface="Lexend"/>
              <a:sym typeface="Lexend"/>
            </a:endParaRPr>
          </a:p>
        </p:txBody>
      </p:sp>
      <p:sp>
        <p:nvSpPr>
          <p:cNvPr id="473" name="Google Shape;473;p40"/>
          <p:cNvSpPr txBox="1"/>
          <p:nvPr/>
        </p:nvSpPr>
        <p:spPr>
          <a:xfrm>
            <a:off x="4846320" y="3520440"/>
            <a:ext cx="1572768"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dòng về phạm vi phụ trách</a:t>
            </a:r>
            <a:endParaRPr b="0" i="0" sz="850" u="none" cap="none" strike="noStrike">
              <a:solidFill>
                <a:schemeClr val="dk1"/>
              </a:solidFill>
              <a:latin typeface="Lexend"/>
              <a:ea typeface="Lexend"/>
              <a:cs typeface="Lexend"/>
              <a:sym typeface="Lexend"/>
            </a:endParaRPr>
          </a:p>
        </p:txBody>
      </p:sp>
      <p:sp>
        <p:nvSpPr>
          <p:cNvPr id="474" name="Google Shape;474;p40"/>
          <p:cNvSpPr/>
          <p:nvPr/>
        </p:nvSpPr>
        <p:spPr>
          <a:xfrm>
            <a:off x="6766560" y="1325880"/>
            <a:ext cx="1938528" cy="3200400"/>
          </a:xfrm>
          <a:prstGeom prst="roundRect">
            <a:avLst>
              <a:gd fmla="val 8491" name="adj"/>
            </a:avLst>
          </a:prstGeom>
          <a:solidFill>
            <a:srgbClr val="D2FCFF"/>
          </a:solidFill>
          <a:ln cap="flat" cmpd="sng" w="12700">
            <a:solidFill>
              <a:srgbClr val="D2F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0"/>
          <p:cNvSpPr/>
          <p:nvPr/>
        </p:nvSpPr>
        <p:spPr>
          <a:xfrm>
            <a:off x="7159752" y="1554480"/>
            <a:ext cx="1152144" cy="115214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t4.jpg" id="476" name="Google Shape;476;p40"/>
          <p:cNvPicPr preferRelativeResize="0"/>
          <p:nvPr/>
        </p:nvPicPr>
        <p:blipFill rotWithShape="1">
          <a:blip r:embed="rId6">
            <a:alphaModFix/>
          </a:blip>
          <a:srcRect b="0" l="0" r="0" t="0"/>
          <a:stretch/>
        </p:blipFill>
        <p:spPr>
          <a:xfrm>
            <a:off x="7205472" y="1600200"/>
            <a:ext cx="1060704" cy="1060704"/>
          </a:xfrm>
          <a:prstGeom prst="ellipse">
            <a:avLst/>
          </a:prstGeom>
          <a:noFill/>
          <a:ln>
            <a:noFill/>
          </a:ln>
        </p:spPr>
      </p:pic>
      <p:sp>
        <p:nvSpPr>
          <p:cNvPr id="477" name="Google Shape;477;p40"/>
          <p:cNvSpPr txBox="1"/>
          <p:nvPr/>
        </p:nvSpPr>
        <p:spPr>
          <a:xfrm>
            <a:off x="6903720" y="2834640"/>
            <a:ext cx="1664208"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01F99"/>
              </a:buClr>
              <a:buSzPts val="1200"/>
              <a:buFont typeface="Lexend"/>
              <a:buNone/>
            </a:pPr>
            <a:r>
              <a:rPr b="1" i="0" lang="en" sz="1200" u="none" cap="none" strike="noStrike">
                <a:solidFill>
                  <a:srgbClr val="401F99"/>
                </a:solidFill>
                <a:latin typeface="Lexend"/>
                <a:ea typeface="Lexend"/>
                <a:cs typeface="Lexend"/>
                <a:sym typeface="Lexend"/>
              </a:rPr>
              <a:t>Họ và tên</a:t>
            </a:r>
            <a:endParaRPr b="0" i="0" sz="1200" u="none" cap="none" strike="noStrike">
              <a:solidFill>
                <a:schemeClr val="dk1"/>
              </a:solidFill>
              <a:latin typeface="Lexend"/>
              <a:ea typeface="Lexend"/>
              <a:cs typeface="Lexend"/>
              <a:sym typeface="Lexend"/>
            </a:endParaRPr>
          </a:p>
        </p:txBody>
      </p:sp>
      <p:sp>
        <p:nvSpPr>
          <p:cNvPr id="478" name="Google Shape;478;p40"/>
          <p:cNvSpPr txBox="1"/>
          <p:nvPr/>
        </p:nvSpPr>
        <p:spPr>
          <a:xfrm>
            <a:off x="6903720" y="3154680"/>
            <a:ext cx="1664208" cy="2743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5A75"/>
              </a:buClr>
              <a:buSzPts val="900"/>
              <a:buFont typeface="Lexend"/>
              <a:buNone/>
            </a:pPr>
            <a:r>
              <a:rPr b="0" i="0" lang="en" sz="900" u="none" cap="none" strike="noStrike">
                <a:solidFill>
                  <a:srgbClr val="5F5A75"/>
                </a:solidFill>
                <a:latin typeface="Lexend"/>
                <a:ea typeface="Lexend"/>
                <a:cs typeface="Lexend"/>
                <a:sym typeface="Lexend"/>
              </a:rPr>
              <a:t>Chức danh</a:t>
            </a:r>
            <a:endParaRPr b="0" i="0" sz="900" u="none" cap="none" strike="noStrike">
              <a:solidFill>
                <a:schemeClr val="dk1"/>
              </a:solidFill>
              <a:latin typeface="Lexend"/>
              <a:ea typeface="Lexend"/>
              <a:cs typeface="Lexend"/>
              <a:sym typeface="Lexend"/>
            </a:endParaRPr>
          </a:p>
        </p:txBody>
      </p:sp>
      <p:sp>
        <p:nvSpPr>
          <p:cNvPr id="479" name="Google Shape;479;p40"/>
          <p:cNvSpPr txBox="1"/>
          <p:nvPr/>
        </p:nvSpPr>
        <p:spPr>
          <a:xfrm>
            <a:off x="6949440" y="3520440"/>
            <a:ext cx="1572768"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dòng về phạm vi phụ trách</a:t>
            </a:r>
            <a:endParaRPr b="0" i="0" sz="850" u="none" cap="none" strike="noStrike">
              <a:solidFill>
                <a:schemeClr val="dk1"/>
              </a:solidFill>
              <a:latin typeface="Lexend"/>
              <a:ea typeface="Lexend"/>
              <a:cs typeface="Lexend"/>
              <a:sym typeface="Lexend"/>
            </a:endParaRPr>
          </a:p>
        </p:txBody>
      </p:sp>
      <p:sp>
        <p:nvSpPr>
          <p:cNvPr id="480" name="Google Shape;480;p40"/>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1"/>
          <p:cNvSpPr txBox="1"/>
          <p:nvPr>
            <p:ph idx="2" type="body"/>
          </p:nvPr>
        </p:nvSpPr>
        <p:spPr>
          <a:xfrm>
            <a:off x="621792" y="301752"/>
            <a:ext cx="5394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01 · CHỦ ĐỀ</a:t>
            </a:r>
            <a:endParaRPr sz="800"/>
          </a:p>
        </p:txBody>
      </p:sp>
      <p:sp>
        <p:nvSpPr>
          <p:cNvPr id="487" name="Google Shape;487;p41"/>
          <p:cNvSpPr txBox="1"/>
          <p:nvPr>
            <p:ph type="title"/>
          </p:nvPr>
        </p:nvSpPr>
        <p:spPr>
          <a:xfrm>
            <a:off x="457200" y="603504"/>
            <a:ext cx="54864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Biểu đồ đường: tiêu đề nói xu hướng chính</a:t>
            </a:r>
            <a:endParaRPr sz="1900"/>
          </a:p>
        </p:txBody>
      </p:sp>
      <p:sp>
        <p:nvSpPr>
          <p:cNvPr id="488" name="Google Shape;488;p41"/>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pic>
        <p:nvPicPr>
          <p:cNvPr id="489" name="Google Shape;489;p41"/>
          <p:cNvPicPr preferRelativeResize="0"/>
          <p:nvPr/>
        </p:nvPicPr>
        <p:blipFill rotWithShape="1">
          <a:blip r:embed="rId3">
            <a:alphaModFix/>
          </a:blip>
          <a:srcRect b="0" l="0" r="0" t="0"/>
          <a:stretch/>
        </p:blipFill>
        <p:spPr>
          <a:xfrm>
            <a:off x="365760" y="1325880"/>
            <a:ext cx="5532120" cy="3246120"/>
          </a:xfrm>
          <a:prstGeom prst="rect">
            <a:avLst/>
          </a:prstGeom>
          <a:noFill/>
          <a:ln>
            <a:noFill/>
          </a:ln>
        </p:spPr>
      </p:pic>
      <p:sp>
        <p:nvSpPr>
          <p:cNvPr id="490" name="Google Shape;490;p41"/>
          <p:cNvSpPr txBox="1"/>
          <p:nvPr/>
        </p:nvSpPr>
        <p:spPr>
          <a:xfrm>
            <a:off x="6537960" y="301752"/>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00"/>
              <a:buFont typeface="Lexend"/>
              <a:buNone/>
            </a:pPr>
            <a:r>
              <a:rPr b="1" i="0" lang="en" sz="800" u="none" cap="none" strike="noStrike">
                <a:solidFill>
                  <a:srgbClr val="401F99"/>
                </a:solidFill>
                <a:latin typeface="Lexend"/>
                <a:ea typeface="Lexend"/>
                <a:cs typeface="Lexend"/>
                <a:sym typeface="Lexend"/>
              </a:rPr>
              <a:t>NHẬN ĐỊNH</a:t>
            </a:r>
            <a:endParaRPr b="0" i="0" sz="800" u="none" cap="none" strike="noStrike">
              <a:solidFill>
                <a:schemeClr val="dk1"/>
              </a:solidFill>
              <a:latin typeface="Lexend"/>
              <a:ea typeface="Lexend"/>
              <a:cs typeface="Lexend"/>
              <a:sym typeface="Lexend"/>
            </a:endParaRPr>
          </a:p>
        </p:txBody>
      </p:sp>
      <p:sp>
        <p:nvSpPr>
          <p:cNvPr id="491" name="Google Shape;491;p41"/>
          <p:cNvSpPr txBox="1"/>
          <p:nvPr/>
        </p:nvSpPr>
        <p:spPr>
          <a:xfrm>
            <a:off x="6537960" y="1325880"/>
            <a:ext cx="233172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Nhận xét chính</a:t>
            </a:r>
            <a:endParaRPr b="0" i="0" sz="900" u="none" cap="none" strike="noStrike">
              <a:solidFill>
                <a:schemeClr val="dk1"/>
              </a:solidFill>
              <a:latin typeface="Lexend"/>
              <a:ea typeface="Lexend"/>
              <a:cs typeface="Lexend"/>
              <a:sym typeface="Lexend"/>
            </a:endParaRPr>
          </a:p>
          <a:p>
            <a:pPr indent="0" lvl="0" marL="0" marR="0" rtl="0" algn="l">
              <a:spcBef>
                <a:spcPts val="20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1–2 câu giải thích vì sao đường đi lên / xuống.</a:t>
            </a:r>
            <a:endParaRPr b="0" i="0" sz="900" u="none" cap="none" strike="noStrike">
              <a:solidFill>
                <a:schemeClr val="dk1"/>
              </a:solidFill>
              <a:latin typeface="Lexend"/>
              <a:ea typeface="Lexend"/>
              <a:cs typeface="Lexend"/>
              <a:sym typeface="Lexend"/>
            </a:endParaRPr>
          </a:p>
        </p:txBody>
      </p:sp>
      <p:sp>
        <p:nvSpPr>
          <p:cNvPr id="492" name="Google Shape;492;p41"/>
          <p:cNvSpPr/>
          <p:nvPr/>
        </p:nvSpPr>
        <p:spPr>
          <a:xfrm>
            <a:off x="6446520" y="2240280"/>
            <a:ext cx="2514600" cy="566928"/>
          </a:xfrm>
          <a:prstGeom prst="roundRect">
            <a:avLst>
              <a:gd fmla="val 22581" name="adj"/>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1"/>
          <p:cNvSpPr txBox="1"/>
          <p:nvPr/>
        </p:nvSpPr>
        <p:spPr>
          <a:xfrm>
            <a:off x="6611112" y="2240280"/>
            <a:ext cx="218541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1600"/>
              <a:buFont typeface="Lexend"/>
              <a:buNone/>
            </a:pPr>
            <a:r>
              <a:rPr b="1" i="0" lang="en" sz="1600" u="none" cap="none" strike="noStrike">
                <a:solidFill>
                  <a:srgbClr val="1B1530"/>
                </a:solidFill>
                <a:latin typeface="Lexend"/>
                <a:ea typeface="Lexend"/>
                <a:cs typeface="Lexend"/>
                <a:sym typeface="Lexend"/>
              </a:rPr>
              <a:t>+16.2%  </a:t>
            </a:r>
            <a:r>
              <a:rPr b="0" i="0" lang="en" sz="850" u="none" cap="none" strike="noStrike">
                <a:solidFill>
                  <a:srgbClr val="1B1530"/>
                </a:solidFill>
                <a:latin typeface="Lexend"/>
                <a:ea typeface="Lexend"/>
                <a:cs typeface="Lexend"/>
                <a:sym typeface="Lexend"/>
              </a:rPr>
              <a:t>chỉ số 1</a:t>
            </a:r>
            <a:endParaRPr b="0" i="0" sz="1000" u="none" cap="none" strike="noStrike">
              <a:solidFill>
                <a:schemeClr val="dk1"/>
              </a:solidFill>
              <a:latin typeface="Lexend"/>
              <a:ea typeface="Lexend"/>
              <a:cs typeface="Lexend"/>
              <a:sym typeface="Lexend"/>
            </a:endParaRPr>
          </a:p>
        </p:txBody>
      </p:sp>
      <p:sp>
        <p:nvSpPr>
          <p:cNvPr id="494" name="Google Shape;494;p41"/>
          <p:cNvSpPr/>
          <p:nvPr/>
        </p:nvSpPr>
        <p:spPr>
          <a:xfrm>
            <a:off x="6446520" y="2926080"/>
            <a:ext cx="2514600" cy="566928"/>
          </a:xfrm>
          <a:prstGeom prst="roundRect">
            <a:avLst>
              <a:gd fmla="val 2258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1"/>
          <p:cNvSpPr txBox="1"/>
          <p:nvPr/>
        </p:nvSpPr>
        <p:spPr>
          <a:xfrm>
            <a:off x="6611112" y="2926080"/>
            <a:ext cx="218541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1600"/>
              <a:buFont typeface="Lexend"/>
              <a:buNone/>
            </a:pPr>
            <a:r>
              <a:rPr b="1" i="0" lang="en" sz="1600" u="none" cap="none" strike="noStrike">
                <a:solidFill>
                  <a:srgbClr val="401F99"/>
                </a:solidFill>
                <a:latin typeface="Lexend"/>
                <a:ea typeface="Lexend"/>
                <a:cs typeface="Lexend"/>
                <a:sym typeface="Lexend"/>
              </a:rPr>
              <a:t>+6.4%  </a:t>
            </a:r>
            <a:r>
              <a:rPr b="0" i="0" lang="en" sz="850" u="none" cap="none" strike="noStrike">
                <a:solidFill>
                  <a:srgbClr val="1B1530"/>
                </a:solidFill>
                <a:latin typeface="Lexend"/>
                <a:ea typeface="Lexend"/>
                <a:cs typeface="Lexend"/>
                <a:sym typeface="Lexend"/>
              </a:rPr>
              <a:t>chỉ số 2</a:t>
            </a:r>
            <a:endParaRPr b="0" i="0" sz="1000" u="none" cap="none" strike="noStrike">
              <a:solidFill>
                <a:schemeClr val="dk1"/>
              </a:solidFill>
              <a:latin typeface="Lexend"/>
              <a:ea typeface="Lexend"/>
              <a:cs typeface="Lexend"/>
              <a:sym typeface="Lexend"/>
            </a:endParaRPr>
          </a:p>
        </p:txBody>
      </p:sp>
      <p:sp>
        <p:nvSpPr>
          <p:cNvPr id="496" name="Google Shape;496;p41"/>
          <p:cNvSpPr/>
          <p:nvPr/>
        </p:nvSpPr>
        <p:spPr>
          <a:xfrm>
            <a:off x="6446520" y="3611880"/>
            <a:ext cx="2514600" cy="566928"/>
          </a:xfrm>
          <a:prstGeom prst="roundRect">
            <a:avLst>
              <a:gd fmla="val 2258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1"/>
          <p:cNvSpPr txBox="1"/>
          <p:nvPr/>
        </p:nvSpPr>
        <p:spPr>
          <a:xfrm>
            <a:off x="6611112" y="3611880"/>
            <a:ext cx="2185416"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1600"/>
              <a:buFont typeface="Lexend"/>
              <a:buNone/>
            </a:pPr>
            <a:r>
              <a:rPr b="1" i="0" lang="en" sz="1600" u="none" cap="none" strike="noStrike">
                <a:solidFill>
                  <a:srgbClr val="401F99"/>
                </a:solidFill>
                <a:latin typeface="Lexend"/>
                <a:ea typeface="Lexend"/>
                <a:cs typeface="Lexend"/>
                <a:sym typeface="Lexend"/>
              </a:rPr>
              <a:t>−1.8%  </a:t>
            </a:r>
            <a:r>
              <a:rPr b="0" i="0" lang="en" sz="850" u="none" cap="none" strike="noStrike">
                <a:solidFill>
                  <a:srgbClr val="1B1530"/>
                </a:solidFill>
                <a:latin typeface="Lexend"/>
                <a:ea typeface="Lexend"/>
                <a:cs typeface="Lexend"/>
                <a:sym typeface="Lexend"/>
              </a:rPr>
              <a:t>chỉ số 3</a:t>
            </a:r>
            <a:endParaRPr b="0" i="0" sz="1000" u="none" cap="none" strike="noStrike">
              <a:solidFill>
                <a:schemeClr val="dk1"/>
              </a:solidFill>
              <a:latin typeface="Lexend"/>
              <a:ea typeface="Lexend"/>
              <a:cs typeface="Lexend"/>
              <a:sym typeface="Lexend"/>
            </a:endParaRPr>
          </a:p>
        </p:txBody>
      </p:sp>
      <p:sp>
        <p:nvSpPr>
          <p:cNvPr id="498" name="Google Shape;498;p41"/>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2"/>
          <p:cNvSpPr txBox="1"/>
          <p:nvPr>
            <p:ph idx="2" type="body"/>
          </p:nvPr>
        </p:nvSpPr>
        <p:spPr>
          <a:xfrm>
            <a:off x="621792" y="301752"/>
            <a:ext cx="5394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01 · CHỦ ĐỀ</a:t>
            </a:r>
            <a:endParaRPr sz="800"/>
          </a:p>
        </p:txBody>
      </p:sp>
      <p:sp>
        <p:nvSpPr>
          <p:cNvPr id="505" name="Google Shape;505;p42"/>
          <p:cNvSpPr txBox="1"/>
          <p:nvPr>
            <p:ph type="title"/>
          </p:nvPr>
        </p:nvSpPr>
        <p:spPr>
          <a:xfrm>
            <a:off x="457200" y="603504"/>
            <a:ext cx="54864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Biểu đồ cột: so sánh năm nay với năm trước</a:t>
            </a:r>
            <a:endParaRPr sz="1900"/>
          </a:p>
        </p:txBody>
      </p:sp>
      <p:sp>
        <p:nvSpPr>
          <p:cNvPr id="506" name="Google Shape;506;p42"/>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pic>
        <p:nvPicPr>
          <p:cNvPr id="507" name="Google Shape;507;p42"/>
          <p:cNvPicPr preferRelativeResize="0"/>
          <p:nvPr/>
        </p:nvPicPr>
        <p:blipFill rotWithShape="1">
          <a:blip r:embed="rId3">
            <a:alphaModFix/>
          </a:blip>
          <a:srcRect b="0" l="0" r="0" t="0"/>
          <a:stretch/>
        </p:blipFill>
        <p:spPr>
          <a:xfrm>
            <a:off x="365760" y="1325880"/>
            <a:ext cx="5532120" cy="3291840"/>
          </a:xfrm>
          <a:prstGeom prst="rect">
            <a:avLst/>
          </a:prstGeom>
          <a:noFill/>
          <a:ln>
            <a:noFill/>
          </a:ln>
        </p:spPr>
      </p:pic>
      <p:sp>
        <p:nvSpPr>
          <p:cNvPr id="508" name="Google Shape;508;p42"/>
          <p:cNvSpPr txBox="1"/>
          <p:nvPr/>
        </p:nvSpPr>
        <p:spPr>
          <a:xfrm>
            <a:off x="6537960" y="301752"/>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00"/>
              <a:buFont typeface="Lexend"/>
              <a:buNone/>
            </a:pPr>
            <a:r>
              <a:rPr b="1" i="0" lang="en" sz="800" u="none" cap="none" strike="noStrike">
                <a:solidFill>
                  <a:srgbClr val="401F99"/>
                </a:solidFill>
                <a:latin typeface="Lexend"/>
                <a:ea typeface="Lexend"/>
                <a:cs typeface="Lexend"/>
                <a:sym typeface="Lexend"/>
              </a:rPr>
              <a:t>NHẬN ĐỊNH</a:t>
            </a:r>
            <a:endParaRPr b="0" i="0" sz="800" u="none" cap="none" strike="noStrike">
              <a:solidFill>
                <a:schemeClr val="dk1"/>
              </a:solidFill>
              <a:latin typeface="Lexend"/>
              <a:ea typeface="Lexend"/>
              <a:cs typeface="Lexend"/>
              <a:sym typeface="Lexend"/>
            </a:endParaRPr>
          </a:p>
        </p:txBody>
      </p:sp>
      <p:sp>
        <p:nvSpPr>
          <p:cNvPr id="509" name="Google Shape;509;p42"/>
          <p:cNvSpPr/>
          <p:nvPr/>
        </p:nvSpPr>
        <p:spPr>
          <a:xfrm>
            <a:off x="6446520" y="1325880"/>
            <a:ext cx="2514600" cy="1051560"/>
          </a:xfrm>
          <a:prstGeom prst="roundRect">
            <a:avLst>
              <a:gd fmla="val 12174"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2"/>
          <p:cNvSpPr txBox="1"/>
          <p:nvPr/>
        </p:nvSpPr>
        <p:spPr>
          <a:xfrm>
            <a:off x="6611112" y="1417320"/>
            <a:ext cx="218541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Lexend"/>
              <a:buNone/>
            </a:pPr>
            <a:r>
              <a:rPr b="1" i="0" lang="en" sz="2000" u="none" cap="none" strike="noStrike">
                <a:solidFill>
                  <a:srgbClr val="FFFFFF"/>
                </a:solidFill>
                <a:latin typeface="Lexend"/>
                <a:ea typeface="Lexend"/>
                <a:cs typeface="Lexend"/>
                <a:sym typeface="Lexend"/>
              </a:rPr>
              <a:t>2.4 lần</a:t>
            </a:r>
            <a:endParaRPr b="0" i="0" sz="2000" u="none" cap="none" strike="noStrike">
              <a:solidFill>
                <a:schemeClr val="dk1"/>
              </a:solidFill>
              <a:latin typeface="Lexend"/>
              <a:ea typeface="Lexend"/>
              <a:cs typeface="Lexend"/>
              <a:sym typeface="Lexend"/>
            </a:endParaRPr>
          </a:p>
        </p:txBody>
      </p:sp>
      <p:sp>
        <p:nvSpPr>
          <p:cNvPr id="511" name="Google Shape;511;p42"/>
          <p:cNvSpPr txBox="1"/>
          <p:nvPr/>
        </p:nvSpPr>
        <p:spPr>
          <a:xfrm>
            <a:off x="6611112" y="1828800"/>
            <a:ext cx="2185416" cy="484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850"/>
              <a:buFont typeface="Lexend"/>
              <a:buNone/>
            </a:pPr>
            <a:r>
              <a:rPr b="0" i="0" lang="en" sz="850" u="none" cap="none" strike="noStrike">
                <a:solidFill>
                  <a:srgbClr val="FFFFFF"/>
                </a:solidFill>
                <a:latin typeface="Lexend"/>
                <a:ea typeface="Lexend"/>
                <a:cs typeface="Lexend"/>
                <a:sym typeface="Lexend"/>
              </a:rPr>
              <a:t>nhận định chính — chữ trắng trên nền tím</a:t>
            </a:r>
            <a:endParaRPr b="0" i="0" sz="850" u="none" cap="none" strike="noStrike">
              <a:solidFill>
                <a:schemeClr val="dk1"/>
              </a:solidFill>
              <a:latin typeface="Lexend"/>
              <a:ea typeface="Lexend"/>
              <a:cs typeface="Lexend"/>
              <a:sym typeface="Lexend"/>
            </a:endParaRPr>
          </a:p>
        </p:txBody>
      </p:sp>
      <p:sp>
        <p:nvSpPr>
          <p:cNvPr id="512" name="Google Shape;512;p42"/>
          <p:cNvSpPr/>
          <p:nvPr/>
        </p:nvSpPr>
        <p:spPr>
          <a:xfrm>
            <a:off x="6446520" y="2514600"/>
            <a:ext cx="2514600" cy="1051560"/>
          </a:xfrm>
          <a:prstGeom prst="roundRect">
            <a:avLst>
              <a:gd fmla="val 12174" name="adj"/>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2"/>
          <p:cNvSpPr txBox="1"/>
          <p:nvPr/>
        </p:nvSpPr>
        <p:spPr>
          <a:xfrm>
            <a:off x="6611112" y="2606040"/>
            <a:ext cx="218541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2000"/>
              <a:buFont typeface="Lexend"/>
              <a:buNone/>
            </a:pPr>
            <a:r>
              <a:rPr b="1" i="0" lang="en" sz="2000" u="none" cap="none" strike="noStrike">
                <a:solidFill>
                  <a:srgbClr val="1B1530"/>
                </a:solidFill>
                <a:latin typeface="Lexend"/>
                <a:ea typeface="Lexend"/>
                <a:cs typeface="Lexend"/>
                <a:sym typeface="Lexend"/>
              </a:rPr>
              <a:t>+2.5 tr</a:t>
            </a:r>
            <a:endParaRPr b="0" i="0" sz="2000" u="none" cap="none" strike="noStrike">
              <a:solidFill>
                <a:schemeClr val="dk1"/>
              </a:solidFill>
              <a:latin typeface="Lexend"/>
              <a:ea typeface="Lexend"/>
              <a:cs typeface="Lexend"/>
              <a:sym typeface="Lexend"/>
            </a:endParaRPr>
          </a:p>
        </p:txBody>
      </p:sp>
      <p:sp>
        <p:nvSpPr>
          <p:cNvPr id="514" name="Google Shape;514;p42"/>
          <p:cNvSpPr txBox="1"/>
          <p:nvPr/>
        </p:nvSpPr>
        <p:spPr>
          <a:xfrm>
            <a:off x="6611112" y="3017520"/>
            <a:ext cx="2185416" cy="484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nhận định phụ — chữ Ink trên nền Cyan</a:t>
            </a:r>
            <a:endParaRPr b="0" i="0" sz="850" u="none" cap="none" strike="noStrike">
              <a:solidFill>
                <a:schemeClr val="dk1"/>
              </a:solidFill>
              <a:latin typeface="Lexend"/>
              <a:ea typeface="Lexend"/>
              <a:cs typeface="Lexend"/>
              <a:sym typeface="Lexend"/>
            </a:endParaRPr>
          </a:p>
        </p:txBody>
      </p:sp>
      <p:sp>
        <p:nvSpPr>
          <p:cNvPr id="515" name="Google Shape;515;p42"/>
          <p:cNvSpPr txBox="1"/>
          <p:nvPr/>
        </p:nvSpPr>
        <p:spPr>
          <a:xfrm>
            <a:off x="6537960" y="3703320"/>
            <a:ext cx="233172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Ghi chú</a:t>
            </a:r>
            <a:endParaRPr b="0" i="0" sz="900" u="none" cap="none" strike="noStrike">
              <a:solidFill>
                <a:schemeClr val="dk1"/>
              </a:solidFill>
              <a:latin typeface="Lexend"/>
              <a:ea typeface="Lexend"/>
              <a:cs typeface="Lexend"/>
              <a:sym typeface="Lexend"/>
            </a:endParaRPr>
          </a:p>
          <a:p>
            <a:pPr indent="0" lvl="0" marL="0" marR="0" rtl="0" algn="l">
              <a:spcBef>
                <a:spcPts val="20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Giải thích cách đọc biểu đồ nếu cần.</a:t>
            </a:r>
            <a:endParaRPr b="0" i="0" sz="900" u="none" cap="none" strike="noStrike">
              <a:solidFill>
                <a:schemeClr val="dk1"/>
              </a:solidFill>
              <a:latin typeface="Lexend"/>
              <a:ea typeface="Lexend"/>
              <a:cs typeface="Lexend"/>
              <a:sym typeface="Lexend"/>
            </a:endParaRPr>
          </a:p>
        </p:txBody>
      </p:sp>
      <p:sp>
        <p:nvSpPr>
          <p:cNvPr id="516" name="Google Shape;516;p42"/>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3"/>
          <p:cNvSpPr txBox="1"/>
          <p:nvPr>
            <p:ph idx="2" type="body"/>
          </p:nvPr>
        </p:nvSpPr>
        <p:spPr>
          <a:xfrm>
            <a:off x="621792" y="301752"/>
            <a:ext cx="5394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02 · CHỦ ĐỀ</a:t>
            </a:r>
            <a:endParaRPr sz="800"/>
          </a:p>
        </p:txBody>
      </p:sp>
      <p:sp>
        <p:nvSpPr>
          <p:cNvPr id="523" name="Google Shape;523;p43"/>
          <p:cNvSpPr txBox="1"/>
          <p:nvPr>
            <p:ph type="title"/>
          </p:nvPr>
        </p:nvSpPr>
        <p:spPr>
          <a:xfrm>
            <a:off x="457200" y="603504"/>
            <a:ext cx="54864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Xếp hạng tăng / giảm theo ngành</a:t>
            </a:r>
            <a:endParaRPr sz="1900"/>
          </a:p>
        </p:txBody>
      </p:sp>
      <p:sp>
        <p:nvSpPr>
          <p:cNvPr id="524" name="Google Shape;524;p43"/>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pic>
        <p:nvPicPr>
          <p:cNvPr id="525" name="Google Shape;525;p43"/>
          <p:cNvPicPr preferRelativeResize="0"/>
          <p:nvPr/>
        </p:nvPicPr>
        <p:blipFill rotWithShape="1">
          <a:blip r:embed="rId3">
            <a:alphaModFix/>
          </a:blip>
          <a:srcRect b="0" l="0" r="0" t="0"/>
          <a:stretch/>
        </p:blipFill>
        <p:spPr>
          <a:xfrm>
            <a:off x="365760" y="1325880"/>
            <a:ext cx="5532120" cy="3291840"/>
          </a:xfrm>
          <a:prstGeom prst="rect">
            <a:avLst/>
          </a:prstGeom>
          <a:noFill/>
          <a:ln>
            <a:noFill/>
          </a:ln>
        </p:spPr>
      </p:pic>
      <p:sp>
        <p:nvSpPr>
          <p:cNvPr id="526" name="Google Shape;526;p43"/>
          <p:cNvSpPr txBox="1"/>
          <p:nvPr/>
        </p:nvSpPr>
        <p:spPr>
          <a:xfrm>
            <a:off x="6537960" y="301752"/>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00"/>
              <a:buFont typeface="Lexend"/>
              <a:buNone/>
            </a:pPr>
            <a:r>
              <a:rPr b="1" i="0" lang="en" sz="800" u="none" cap="none" strike="noStrike">
                <a:solidFill>
                  <a:srgbClr val="401F99"/>
                </a:solidFill>
                <a:latin typeface="Lexend"/>
                <a:ea typeface="Lexend"/>
                <a:cs typeface="Lexend"/>
                <a:sym typeface="Lexend"/>
              </a:rPr>
              <a:t>NHẬN ĐỊNH</a:t>
            </a:r>
            <a:endParaRPr b="0" i="0" sz="800" u="none" cap="none" strike="noStrike">
              <a:solidFill>
                <a:schemeClr val="dk1"/>
              </a:solidFill>
              <a:latin typeface="Lexend"/>
              <a:ea typeface="Lexend"/>
              <a:cs typeface="Lexend"/>
              <a:sym typeface="Lexend"/>
            </a:endParaRPr>
          </a:p>
        </p:txBody>
      </p:sp>
      <p:sp>
        <p:nvSpPr>
          <p:cNvPr id="527" name="Google Shape;527;p43"/>
          <p:cNvSpPr txBox="1"/>
          <p:nvPr/>
        </p:nvSpPr>
        <p:spPr>
          <a:xfrm>
            <a:off x="6537960" y="1325880"/>
            <a:ext cx="23317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Một câu dẫn: điều người xem cần thấy.</a:t>
            </a:r>
            <a:endParaRPr b="0" i="0" sz="900" u="none" cap="none" strike="noStrike">
              <a:solidFill>
                <a:schemeClr val="dk1"/>
              </a:solidFill>
              <a:latin typeface="Lexend"/>
              <a:ea typeface="Lexend"/>
              <a:cs typeface="Lexend"/>
              <a:sym typeface="Lexend"/>
            </a:endParaRPr>
          </a:p>
        </p:txBody>
      </p:sp>
      <p:sp>
        <p:nvSpPr>
          <p:cNvPr id="528" name="Google Shape;528;p43"/>
          <p:cNvSpPr/>
          <p:nvPr/>
        </p:nvSpPr>
        <p:spPr>
          <a:xfrm>
            <a:off x="6446520" y="1965960"/>
            <a:ext cx="2514600" cy="1051560"/>
          </a:xfrm>
          <a:prstGeom prst="roundRect">
            <a:avLst>
              <a:gd fmla="val 12174" name="adj"/>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3"/>
          <p:cNvSpPr txBox="1"/>
          <p:nvPr/>
        </p:nvSpPr>
        <p:spPr>
          <a:xfrm>
            <a:off x="6611112" y="2057400"/>
            <a:ext cx="218541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2000"/>
              <a:buFont typeface="Lexend"/>
              <a:buNone/>
            </a:pPr>
            <a:r>
              <a:rPr b="1" i="0" lang="en" sz="2000" u="none" cap="none" strike="noStrike">
                <a:solidFill>
                  <a:srgbClr val="1B1530"/>
                </a:solidFill>
                <a:latin typeface="Lexend"/>
                <a:ea typeface="Lexend"/>
                <a:cs typeface="Lexend"/>
                <a:sym typeface="Lexend"/>
              </a:rPr>
              <a:t>+69%</a:t>
            </a:r>
            <a:endParaRPr b="0" i="0" sz="2000" u="none" cap="none" strike="noStrike">
              <a:solidFill>
                <a:schemeClr val="dk1"/>
              </a:solidFill>
              <a:latin typeface="Lexend"/>
              <a:ea typeface="Lexend"/>
              <a:cs typeface="Lexend"/>
              <a:sym typeface="Lexend"/>
            </a:endParaRPr>
          </a:p>
        </p:txBody>
      </p:sp>
      <p:sp>
        <p:nvSpPr>
          <p:cNvPr id="530" name="Google Shape;530;p43"/>
          <p:cNvSpPr txBox="1"/>
          <p:nvPr/>
        </p:nvSpPr>
        <p:spPr>
          <a:xfrm>
            <a:off x="6611112" y="2468880"/>
            <a:ext cx="2185416" cy="484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Tăng mạnh nhất: Ngành A, B, C</a:t>
            </a:r>
            <a:endParaRPr b="0" i="0" sz="850" u="none" cap="none" strike="noStrike">
              <a:solidFill>
                <a:schemeClr val="dk1"/>
              </a:solidFill>
              <a:latin typeface="Lexend"/>
              <a:ea typeface="Lexend"/>
              <a:cs typeface="Lexend"/>
              <a:sym typeface="Lexend"/>
            </a:endParaRPr>
          </a:p>
        </p:txBody>
      </p:sp>
      <p:sp>
        <p:nvSpPr>
          <p:cNvPr id="531" name="Google Shape;531;p43"/>
          <p:cNvSpPr/>
          <p:nvPr/>
        </p:nvSpPr>
        <p:spPr>
          <a:xfrm>
            <a:off x="6446520" y="3154680"/>
            <a:ext cx="2514600" cy="1051560"/>
          </a:xfrm>
          <a:prstGeom prst="roundRect">
            <a:avLst>
              <a:gd fmla="val 12174"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3"/>
          <p:cNvSpPr txBox="1"/>
          <p:nvPr/>
        </p:nvSpPr>
        <p:spPr>
          <a:xfrm>
            <a:off x="6611112" y="3246120"/>
            <a:ext cx="218541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Lexend"/>
              <a:buNone/>
            </a:pPr>
            <a:r>
              <a:rPr b="1" i="0" lang="en" sz="2000" u="none" cap="none" strike="noStrike">
                <a:solidFill>
                  <a:srgbClr val="FFFFFF"/>
                </a:solidFill>
                <a:latin typeface="Lexend"/>
                <a:ea typeface="Lexend"/>
                <a:cs typeface="Lexend"/>
                <a:sym typeface="Lexend"/>
              </a:rPr>
              <a:t>−47%</a:t>
            </a:r>
            <a:endParaRPr b="0" i="0" sz="2000" u="none" cap="none" strike="noStrike">
              <a:solidFill>
                <a:schemeClr val="dk1"/>
              </a:solidFill>
              <a:latin typeface="Lexend"/>
              <a:ea typeface="Lexend"/>
              <a:cs typeface="Lexend"/>
              <a:sym typeface="Lexend"/>
            </a:endParaRPr>
          </a:p>
        </p:txBody>
      </p:sp>
      <p:sp>
        <p:nvSpPr>
          <p:cNvPr id="533" name="Google Shape;533;p43"/>
          <p:cNvSpPr txBox="1"/>
          <p:nvPr/>
        </p:nvSpPr>
        <p:spPr>
          <a:xfrm>
            <a:off x="6611112" y="3657600"/>
            <a:ext cx="2185416" cy="484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850"/>
              <a:buFont typeface="Lexend"/>
              <a:buNone/>
            </a:pPr>
            <a:r>
              <a:rPr b="0" i="0" lang="en" sz="850" u="none" cap="none" strike="noStrike">
                <a:solidFill>
                  <a:srgbClr val="FFFFFF"/>
                </a:solidFill>
                <a:latin typeface="Lexend"/>
                <a:ea typeface="Lexend"/>
                <a:cs typeface="Lexend"/>
                <a:sym typeface="Lexend"/>
              </a:rPr>
              <a:t>Hạ nhiệt: Ngành H, G</a:t>
            </a:r>
            <a:endParaRPr b="0" i="0" sz="850" u="none" cap="none" strike="noStrike">
              <a:solidFill>
                <a:schemeClr val="dk1"/>
              </a:solidFill>
              <a:latin typeface="Lexend"/>
              <a:ea typeface="Lexend"/>
              <a:cs typeface="Lexend"/>
              <a:sym typeface="Lexend"/>
            </a:endParaRPr>
          </a:p>
        </p:txBody>
      </p:sp>
      <p:sp>
        <p:nvSpPr>
          <p:cNvPr id="534" name="Google Shape;534;p43"/>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4"/>
          <p:cNvSpPr txBox="1"/>
          <p:nvPr>
            <p:ph idx="2" type="body"/>
          </p:nvPr>
        </p:nvSpPr>
        <p:spPr>
          <a:xfrm>
            <a:off x="621792" y="301752"/>
            <a:ext cx="5394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02 · TỈ TRỌNG</a:t>
            </a:r>
            <a:endParaRPr sz="800"/>
          </a:p>
        </p:txBody>
      </p:sp>
      <p:sp>
        <p:nvSpPr>
          <p:cNvPr id="541" name="Google Shape;541;p44"/>
          <p:cNvSpPr txBox="1"/>
          <p:nvPr>
            <p:ph type="title"/>
          </p:nvPr>
        </p:nvSpPr>
        <p:spPr>
          <a:xfrm>
            <a:off x="457200" y="603504"/>
            <a:ext cx="54864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Biểu đồ tròn: tỉ trọng các nhóm</a:t>
            </a:r>
            <a:endParaRPr sz="1900"/>
          </a:p>
        </p:txBody>
      </p:sp>
      <p:sp>
        <p:nvSpPr>
          <p:cNvPr id="542" name="Google Shape;542;p44"/>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pic>
        <p:nvPicPr>
          <p:cNvPr id="543" name="Google Shape;543;p44"/>
          <p:cNvPicPr preferRelativeResize="0"/>
          <p:nvPr/>
        </p:nvPicPr>
        <p:blipFill rotWithShape="1">
          <a:blip r:embed="rId3">
            <a:alphaModFix/>
          </a:blip>
          <a:srcRect b="0" l="0" r="0" t="0"/>
          <a:stretch/>
        </p:blipFill>
        <p:spPr>
          <a:xfrm>
            <a:off x="457200" y="1371600"/>
            <a:ext cx="3017520" cy="3017520"/>
          </a:xfrm>
          <a:prstGeom prst="rect">
            <a:avLst/>
          </a:prstGeom>
          <a:noFill/>
          <a:ln>
            <a:noFill/>
          </a:ln>
        </p:spPr>
      </p:pic>
      <p:sp>
        <p:nvSpPr>
          <p:cNvPr id="544" name="Google Shape;544;p44"/>
          <p:cNvSpPr/>
          <p:nvPr/>
        </p:nvSpPr>
        <p:spPr>
          <a:xfrm>
            <a:off x="3794760" y="1847088"/>
            <a:ext cx="182880" cy="182880"/>
          </a:xfrm>
          <a:prstGeom prst="ellipse">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4"/>
          <p:cNvSpPr txBox="1"/>
          <p:nvPr/>
        </p:nvSpPr>
        <p:spPr>
          <a:xfrm>
            <a:off x="4114800" y="173736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2000"/>
              <a:buFont typeface="Lexend"/>
              <a:buNone/>
            </a:pPr>
            <a:r>
              <a:rPr b="1" i="0" lang="en" sz="2000" u="none" cap="none" strike="noStrike">
                <a:solidFill>
                  <a:srgbClr val="401F99"/>
                </a:solidFill>
                <a:latin typeface="Lexend"/>
                <a:ea typeface="Lexend"/>
                <a:cs typeface="Lexend"/>
                <a:sym typeface="Lexend"/>
              </a:rPr>
              <a:t>40.9%</a:t>
            </a:r>
            <a:endParaRPr b="0" i="0" sz="2000" u="none" cap="none" strike="noStrike">
              <a:solidFill>
                <a:schemeClr val="dk1"/>
              </a:solidFill>
              <a:latin typeface="Lexend"/>
              <a:ea typeface="Lexend"/>
              <a:cs typeface="Lexend"/>
              <a:sym typeface="Lexend"/>
            </a:endParaRPr>
          </a:p>
        </p:txBody>
      </p:sp>
      <p:sp>
        <p:nvSpPr>
          <p:cNvPr id="546" name="Google Shape;546;p44"/>
          <p:cNvSpPr txBox="1"/>
          <p:nvPr/>
        </p:nvSpPr>
        <p:spPr>
          <a:xfrm>
            <a:off x="4114800" y="2148840"/>
            <a:ext cx="1828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Nhóm A</a:t>
            </a:r>
            <a:endParaRPr b="0" i="0" sz="950" u="none" cap="none" strike="noStrike">
              <a:solidFill>
                <a:schemeClr val="dk1"/>
              </a:solidFill>
              <a:latin typeface="Lexend"/>
              <a:ea typeface="Lexend"/>
              <a:cs typeface="Lexend"/>
              <a:sym typeface="Lexend"/>
            </a:endParaRPr>
          </a:p>
        </p:txBody>
      </p:sp>
      <p:sp>
        <p:nvSpPr>
          <p:cNvPr id="547" name="Google Shape;547;p44"/>
          <p:cNvSpPr/>
          <p:nvPr/>
        </p:nvSpPr>
        <p:spPr>
          <a:xfrm>
            <a:off x="3794760" y="2624328"/>
            <a:ext cx="182880" cy="182880"/>
          </a:xfrm>
          <a:prstGeom prst="ellipse">
            <a:avLst/>
          </a:prstGeom>
          <a:solidFill>
            <a:srgbClr val="9A69FF"/>
          </a:solidFill>
          <a:ln cap="flat" cmpd="sng" w="12700">
            <a:solidFill>
              <a:srgbClr val="9A6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4"/>
          <p:cNvSpPr txBox="1"/>
          <p:nvPr/>
        </p:nvSpPr>
        <p:spPr>
          <a:xfrm>
            <a:off x="4114800" y="251460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2000"/>
              <a:buFont typeface="Lexend"/>
              <a:buNone/>
            </a:pPr>
            <a:r>
              <a:rPr b="1" i="0" lang="en" sz="2000" u="none" cap="none" strike="noStrike">
                <a:solidFill>
                  <a:srgbClr val="401F99"/>
                </a:solidFill>
                <a:latin typeface="Lexend"/>
                <a:ea typeface="Lexend"/>
                <a:cs typeface="Lexend"/>
                <a:sym typeface="Lexend"/>
              </a:rPr>
              <a:t>33.9%</a:t>
            </a:r>
            <a:endParaRPr b="0" i="0" sz="2000" u="none" cap="none" strike="noStrike">
              <a:solidFill>
                <a:schemeClr val="dk1"/>
              </a:solidFill>
              <a:latin typeface="Lexend"/>
              <a:ea typeface="Lexend"/>
              <a:cs typeface="Lexend"/>
              <a:sym typeface="Lexend"/>
            </a:endParaRPr>
          </a:p>
        </p:txBody>
      </p:sp>
      <p:sp>
        <p:nvSpPr>
          <p:cNvPr id="549" name="Google Shape;549;p44"/>
          <p:cNvSpPr txBox="1"/>
          <p:nvPr/>
        </p:nvSpPr>
        <p:spPr>
          <a:xfrm>
            <a:off x="4114800" y="2926080"/>
            <a:ext cx="1828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Nhóm B</a:t>
            </a:r>
            <a:endParaRPr b="0" i="0" sz="950" u="none" cap="none" strike="noStrike">
              <a:solidFill>
                <a:schemeClr val="dk1"/>
              </a:solidFill>
              <a:latin typeface="Lexend"/>
              <a:ea typeface="Lexend"/>
              <a:cs typeface="Lexend"/>
              <a:sym typeface="Lexend"/>
            </a:endParaRPr>
          </a:p>
        </p:txBody>
      </p:sp>
      <p:sp>
        <p:nvSpPr>
          <p:cNvPr id="550" name="Google Shape;550;p44"/>
          <p:cNvSpPr/>
          <p:nvPr/>
        </p:nvSpPr>
        <p:spPr>
          <a:xfrm>
            <a:off x="3794760" y="3401568"/>
            <a:ext cx="182880" cy="182880"/>
          </a:xfrm>
          <a:prstGeom prst="ellipse">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4"/>
          <p:cNvSpPr txBox="1"/>
          <p:nvPr/>
        </p:nvSpPr>
        <p:spPr>
          <a:xfrm>
            <a:off x="4114800" y="329184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2000"/>
              <a:buFont typeface="Lexend"/>
              <a:buNone/>
            </a:pPr>
            <a:r>
              <a:rPr b="1" i="0" lang="en" sz="2000" u="none" cap="none" strike="noStrike">
                <a:solidFill>
                  <a:srgbClr val="401F99"/>
                </a:solidFill>
                <a:latin typeface="Lexend"/>
                <a:ea typeface="Lexend"/>
                <a:cs typeface="Lexend"/>
                <a:sym typeface="Lexend"/>
              </a:rPr>
              <a:t>25.2%</a:t>
            </a:r>
            <a:endParaRPr b="0" i="0" sz="2000" u="none" cap="none" strike="noStrike">
              <a:solidFill>
                <a:schemeClr val="dk1"/>
              </a:solidFill>
              <a:latin typeface="Lexend"/>
              <a:ea typeface="Lexend"/>
              <a:cs typeface="Lexend"/>
              <a:sym typeface="Lexend"/>
            </a:endParaRPr>
          </a:p>
        </p:txBody>
      </p:sp>
      <p:sp>
        <p:nvSpPr>
          <p:cNvPr id="552" name="Google Shape;552;p44"/>
          <p:cNvSpPr txBox="1"/>
          <p:nvPr/>
        </p:nvSpPr>
        <p:spPr>
          <a:xfrm>
            <a:off x="4114800" y="3703320"/>
            <a:ext cx="1828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530"/>
              </a:buClr>
              <a:buSzPts val="950"/>
              <a:buFont typeface="Lexend"/>
              <a:buNone/>
            </a:pPr>
            <a:r>
              <a:rPr b="0" i="0" lang="en" sz="950" u="none" cap="none" strike="noStrike">
                <a:solidFill>
                  <a:srgbClr val="1B1530"/>
                </a:solidFill>
                <a:latin typeface="Lexend"/>
                <a:ea typeface="Lexend"/>
                <a:cs typeface="Lexend"/>
                <a:sym typeface="Lexend"/>
              </a:rPr>
              <a:t>Nhóm C</a:t>
            </a:r>
            <a:endParaRPr b="0" i="0" sz="950" u="none" cap="none" strike="noStrike">
              <a:solidFill>
                <a:schemeClr val="dk1"/>
              </a:solidFill>
              <a:latin typeface="Lexend"/>
              <a:ea typeface="Lexend"/>
              <a:cs typeface="Lexend"/>
              <a:sym typeface="Lexend"/>
            </a:endParaRPr>
          </a:p>
        </p:txBody>
      </p:sp>
      <p:sp>
        <p:nvSpPr>
          <p:cNvPr id="553" name="Google Shape;553;p44"/>
          <p:cNvSpPr txBox="1"/>
          <p:nvPr/>
        </p:nvSpPr>
        <p:spPr>
          <a:xfrm>
            <a:off x="6537960" y="301752"/>
            <a:ext cx="2331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00"/>
              <a:buFont typeface="Lexend"/>
              <a:buNone/>
            </a:pPr>
            <a:r>
              <a:rPr b="1" i="0" lang="en" sz="800" u="none" cap="none" strike="noStrike">
                <a:solidFill>
                  <a:srgbClr val="401F99"/>
                </a:solidFill>
                <a:latin typeface="Lexend"/>
                <a:ea typeface="Lexend"/>
                <a:cs typeface="Lexend"/>
                <a:sym typeface="Lexend"/>
              </a:rPr>
              <a:t>NHẬN ĐỊNH</a:t>
            </a:r>
            <a:endParaRPr b="0" i="0" sz="800" u="none" cap="none" strike="noStrike">
              <a:solidFill>
                <a:schemeClr val="dk1"/>
              </a:solidFill>
              <a:latin typeface="Lexend"/>
              <a:ea typeface="Lexend"/>
              <a:cs typeface="Lexend"/>
              <a:sym typeface="Lexend"/>
            </a:endParaRPr>
          </a:p>
        </p:txBody>
      </p:sp>
      <p:sp>
        <p:nvSpPr>
          <p:cNvPr id="554" name="Google Shape;554;p44"/>
          <p:cNvSpPr/>
          <p:nvPr/>
        </p:nvSpPr>
        <p:spPr>
          <a:xfrm>
            <a:off x="6446520" y="1325880"/>
            <a:ext cx="2514600" cy="1051560"/>
          </a:xfrm>
          <a:prstGeom prst="roundRect">
            <a:avLst>
              <a:gd fmla="val 12174"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4"/>
          <p:cNvSpPr txBox="1"/>
          <p:nvPr/>
        </p:nvSpPr>
        <p:spPr>
          <a:xfrm>
            <a:off x="6611112" y="1417320"/>
            <a:ext cx="2185416"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Lexend"/>
              <a:buNone/>
            </a:pPr>
            <a:r>
              <a:rPr b="1" i="0" lang="en" sz="2000" u="none" cap="none" strike="noStrike">
                <a:solidFill>
                  <a:srgbClr val="FFFFFF"/>
                </a:solidFill>
                <a:latin typeface="Lexend"/>
                <a:ea typeface="Lexend"/>
                <a:cs typeface="Lexend"/>
                <a:sym typeface="Lexend"/>
              </a:rPr>
              <a:t>40.9%</a:t>
            </a:r>
            <a:endParaRPr b="0" i="0" sz="2000" u="none" cap="none" strike="noStrike">
              <a:solidFill>
                <a:schemeClr val="dk1"/>
              </a:solidFill>
              <a:latin typeface="Lexend"/>
              <a:ea typeface="Lexend"/>
              <a:cs typeface="Lexend"/>
              <a:sym typeface="Lexend"/>
            </a:endParaRPr>
          </a:p>
        </p:txBody>
      </p:sp>
      <p:sp>
        <p:nvSpPr>
          <p:cNvPr id="556" name="Google Shape;556;p44"/>
          <p:cNvSpPr txBox="1"/>
          <p:nvPr/>
        </p:nvSpPr>
        <p:spPr>
          <a:xfrm>
            <a:off x="6611112" y="1828800"/>
            <a:ext cx="2185416" cy="4846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850"/>
              <a:buFont typeface="Lexend"/>
              <a:buNone/>
            </a:pPr>
            <a:r>
              <a:rPr b="0" i="0" lang="en" sz="850" u="none" cap="none" strike="noStrike">
                <a:solidFill>
                  <a:srgbClr val="FFFFFF"/>
                </a:solidFill>
                <a:latin typeface="Lexend"/>
                <a:ea typeface="Lexend"/>
                <a:cs typeface="Lexend"/>
                <a:sym typeface="Lexend"/>
              </a:rPr>
              <a:t>nhóm lớn nhất — nhận định chính</a:t>
            </a:r>
            <a:endParaRPr b="0" i="0" sz="850" u="none" cap="none" strike="noStrike">
              <a:solidFill>
                <a:schemeClr val="dk1"/>
              </a:solidFill>
              <a:latin typeface="Lexend"/>
              <a:ea typeface="Lexend"/>
              <a:cs typeface="Lexend"/>
              <a:sym typeface="Lexend"/>
            </a:endParaRPr>
          </a:p>
        </p:txBody>
      </p:sp>
      <p:sp>
        <p:nvSpPr>
          <p:cNvPr id="557" name="Google Shape;557;p44"/>
          <p:cNvSpPr txBox="1"/>
          <p:nvPr/>
        </p:nvSpPr>
        <p:spPr>
          <a:xfrm>
            <a:off x="6537960" y="2514600"/>
            <a:ext cx="23317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01F99"/>
              </a:buClr>
              <a:buSzPts val="900"/>
              <a:buFont typeface="Lexend"/>
              <a:buNone/>
            </a:pPr>
            <a:r>
              <a:rPr b="1" i="0" lang="en" sz="900" u="none" cap="none" strike="noStrike">
                <a:solidFill>
                  <a:srgbClr val="401F99"/>
                </a:solidFill>
                <a:latin typeface="Lexend"/>
                <a:ea typeface="Lexend"/>
                <a:cs typeface="Lexend"/>
                <a:sym typeface="Lexend"/>
              </a:rPr>
              <a:t>Ghi chú</a:t>
            </a:r>
            <a:endParaRPr b="0" i="0" sz="900" u="none" cap="none" strike="noStrike">
              <a:solidFill>
                <a:schemeClr val="dk1"/>
              </a:solidFill>
              <a:latin typeface="Lexend"/>
              <a:ea typeface="Lexend"/>
              <a:cs typeface="Lexend"/>
              <a:sym typeface="Lexend"/>
            </a:endParaRPr>
          </a:p>
          <a:p>
            <a:pPr indent="0" lvl="0" marL="0" marR="0" rtl="0" algn="l">
              <a:spcBef>
                <a:spcPts val="200"/>
              </a:spcBef>
              <a:spcAft>
                <a:spcPts val="0"/>
              </a:spcAft>
              <a:buClr>
                <a:srgbClr val="1B1530"/>
              </a:buClr>
              <a:buSzPts val="900"/>
              <a:buFont typeface="Lexend"/>
              <a:buNone/>
            </a:pPr>
            <a:r>
              <a:rPr b="0" i="0" lang="en" sz="900" u="none" cap="none" strike="noStrike">
                <a:solidFill>
                  <a:srgbClr val="1B1530"/>
                </a:solidFill>
                <a:latin typeface="Lexend"/>
                <a:ea typeface="Lexend"/>
                <a:cs typeface="Lexend"/>
                <a:sym typeface="Lexend"/>
              </a:rPr>
              <a:t>Tối đa 5 nhóm; nhóm nhỏ gộp thành “Khác”.</a:t>
            </a:r>
            <a:endParaRPr b="0" i="0" sz="900" u="none" cap="none" strike="noStrike">
              <a:solidFill>
                <a:schemeClr val="dk1"/>
              </a:solidFill>
              <a:latin typeface="Lexend"/>
              <a:ea typeface="Lexend"/>
              <a:cs typeface="Lexend"/>
              <a:sym typeface="Lexend"/>
            </a:endParaRPr>
          </a:p>
        </p:txBody>
      </p:sp>
      <p:sp>
        <p:nvSpPr>
          <p:cNvPr id="558" name="Google Shape;558;p44"/>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5"/>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02 · CHỦ ĐỀ</a:t>
            </a:r>
            <a:endParaRPr sz="800"/>
          </a:p>
        </p:txBody>
      </p:sp>
      <p:sp>
        <p:nvSpPr>
          <p:cNvPr id="565" name="Google Shape;565;p45"/>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Hai biểu đồ so sánh song song</a:t>
            </a:r>
            <a:endParaRPr sz="1900"/>
          </a:p>
        </p:txBody>
      </p:sp>
      <p:sp>
        <p:nvSpPr>
          <p:cNvPr id="566" name="Google Shape;566;p45"/>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567" name="Google Shape;567;p45"/>
          <p:cNvSpPr/>
          <p:nvPr/>
        </p:nvSpPr>
        <p:spPr>
          <a:xfrm>
            <a:off x="457200" y="1325880"/>
            <a:ext cx="4023360" cy="310896"/>
          </a:xfrm>
          <a:prstGeom prst="roundRect">
            <a:avLst>
              <a:gd fmla="val 50000" name="adj"/>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5"/>
          <p:cNvSpPr txBox="1"/>
          <p:nvPr/>
        </p:nvSpPr>
        <p:spPr>
          <a:xfrm>
            <a:off x="621792" y="1325880"/>
            <a:ext cx="37490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900"/>
              <a:buFont typeface="Lexend"/>
              <a:buNone/>
            </a:pPr>
            <a:r>
              <a:rPr b="1" i="0" lang="en" sz="900" u="none" cap="none" strike="noStrike">
                <a:solidFill>
                  <a:srgbClr val="1B1530"/>
                </a:solidFill>
                <a:latin typeface="Lexend"/>
                <a:ea typeface="Lexend"/>
                <a:cs typeface="Lexend"/>
                <a:sym typeface="Lexend"/>
              </a:rPr>
              <a:t>Nhóm thấp nhất</a:t>
            </a:r>
            <a:endParaRPr b="0" i="0" sz="900" u="none" cap="none" strike="noStrike">
              <a:solidFill>
                <a:schemeClr val="dk1"/>
              </a:solidFill>
              <a:latin typeface="Lexend"/>
              <a:ea typeface="Lexend"/>
              <a:cs typeface="Lexend"/>
              <a:sym typeface="Lexend"/>
            </a:endParaRPr>
          </a:p>
        </p:txBody>
      </p:sp>
      <p:pic>
        <p:nvPicPr>
          <p:cNvPr id="569" name="Google Shape;569;p45"/>
          <p:cNvPicPr preferRelativeResize="0"/>
          <p:nvPr/>
        </p:nvPicPr>
        <p:blipFill rotWithShape="1">
          <a:blip r:embed="rId3">
            <a:alphaModFix/>
          </a:blip>
          <a:srcRect b="0" l="0" r="0" t="0"/>
          <a:stretch/>
        </p:blipFill>
        <p:spPr>
          <a:xfrm>
            <a:off x="411480" y="1691640"/>
            <a:ext cx="4114800" cy="2148840"/>
          </a:xfrm>
          <a:prstGeom prst="rect">
            <a:avLst/>
          </a:prstGeom>
          <a:noFill/>
          <a:ln>
            <a:noFill/>
          </a:ln>
        </p:spPr>
      </p:pic>
      <p:sp>
        <p:nvSpPr>
          <p:cNvPr id="570" name="Google Shape;570;p45"/>
          <p:cNvSpPr/>
          <p:nvPr/>
        </p:nvSpPr>
        <p:spPr>
          <a:xfrm>
            <a:off x="4663440" y="1325880"/>
            <a:ext cx="4023360" cy="310896"/>
          </a:xfrm>
          <a:prstGeom prst="roundRect">
            <a:avLst>
              <a:gd fmla="val 50000" name="adj"/>
            </a:avLst>
          </a:prstGeom>
          <a:solidFill>
            <a:srgbClr val="9A69FF"/>
          </a:solidFill>
          <a:ln cap="flat" cmpd="sng" w="12700">
            <a:solidFill>
              <a:srgbClr val="9A6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5"/>
          <p:cNvSpPr txBox="1"/>
          <p:nvPr/>
        </p:nvSpPr>
        <p:spPr>
          <a:xfrm>
            <a:off x="4828032" y="1325880"/>
            <a:ext cx="37490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900"/>
              <a:buFont typeface="Lexend"/>
              <a:buNone/>
            </a:pPr>
            <a:r>
              <a:rPr b="1" i="0" lang="en" sz="900" u="none" cap="none" strike="noStrike">
                <a:solidFill>
                  <a:srgbClr val="1B1530"/>
                </a:solidFill>
                <a:latin typeface="Lexend"/>
                <a:ea typeface="Lexend"/>
                <a:cs typeface="Lexend"/>
                <a:sym typeface="Lexend"/>
              </a:rPr>
              <a:t>Nhóm cao nhất</a:t>
            </a:r>
            <a:endParaRPr b="0" i="0" sz="900" u="none" cap="none" strike="noStrike">
              <a:solidFill>
                <a:schemeClr val="dk1"/>
              </a:solidFill>
              <a:latin typeface="Lexend"/>
              <a:ea typeface="Lexend"/>
              <a:cs typeface="Lexend"/>
              <a:sym typeface="Lexend"/>
            </a:endParaRPr>
          </a:p>
        </p:txBody>
      </p:sp>
      <p:pic>
        <p:nvPicPr>
          <p:cNvPr id="572" name="Google Shape;572;p45"/>
          <p:cNvPicPr preferRelativeResize="0"/>
          <p:nvPr/>
        </p:nvPicPr>
        <p:blipFill rotWithShape="1">
          <a:blip r:embed="rId4">
            <a:alphaModFix/>
          </a:blip>
          <a:srcRect b="0" l="0" r="0" t="0"/>
          <a:stretch/>
        </p:blipFill>
        <p:spPr>
          <a:xfrm>
            <a:off x="4617720" y="1691640"/>
            <a:ext cx="4114800" cy="2148840"/>
          </a:xfrm>
          <a:prstGeom prst="rect">
            <a:avLst/>
          </a:prstGeom>
          <a:noFill/>
          <a:ln>
            <a:noFill/>
          </a:ln>
        </p:spPr>
      </p:pic>
      <p:sp>
        <p:nvSpPr>
          <p:cNvPr id="573" name="Google Shape;573;p45"/>
          <p:cNvSpPr/>
          <p:nvPr/>
        </p:nvSpPr>
        <p:spPr>
          <a:xfrm>
            <a:off x="457200" y="3931920"/>
            <a:ext cx="8229600" cy="594360"/>
          </a:xfrm>
          <a:prstGeom prst="roundRect">
            <a:avLst>
              <a:gd fmla="val 21538"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5"/>
          <p:cNvSpPr txBox="1"/>
          <p:nvPr/>
        </p:nvSpPr>
        <p:spPr>
          <a:xfrm>
            <a:off x="685800" y="39319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Lexend"/>
              <a:buNone/>
            </a:pPr>
            <a:r>
              <a:rPr b="1" i="0" lang="en" sz="950" u="none" cap="none" strike="noStrike">
                <a:solidFill>
                  <a:srgbClr val="FFFFFF"/>
                </a:solidFill>
                <a:latin typeface="Lexend"/>
                <a:ea typeface="Lexend"/>
                <a:cs typeface="Lexend"/>
                <a:sym typeface="Lexend"/>
              </a:rPr>
              <a:t>Kết luận so sánh:  </a:t>
            </a:r>
            <a:r>
              <a:rPr b="0" i="0" lang="en" sz="950" u="none" cap="none" strike="noStrike">
                <a:solidFill>
                  <a:srgbClr val="FFFFFF"/>
                </a:solidFill>
                <a:latin typeface="Lexend"/>
                <a:ea typeface="Lexend"/>
                <a:cs typeface="Lexend"/>
                <a:sym typeface="Lexend"/>
              </a:rPr>
              <a:t>một câu nối hai biểu đồ.</a:t>
            </a:r>
            <a:endParaRPr b="0" i="0" sz="950" u="none" cap="none" strike="noStrike">
              <a:solidFill>
                <a:schemeClr val="dk1"/>
              </a:solidFill>
              <a:latin typeface="Lexend"/>
              <a:ea typeface="Lexend"/>
              <a:cs typeface="Lexend"/>
              <a:sym typeface="Lexend"/>
            </a:endParaRPr>
          </a:p>
        </p:txBody>
      </p:sp>
      <p:sp>
        <p:nvSpPr>
          <p:cNvPr id="575" name="Google Shape;575;p45"/>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6"/>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03 · CHỦ ĐỀ</a:t>
            </a:r>
            <a:endParaRPr sz="800"/>
          </a:p>
        </p:txBody>
      </p:sp>
      <p:sp>
        <p:nvSpPr>
          <p:cNvPr id="582" name="Google Shape;582;p46"/>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Bảng xếp hạng</a:t>
            </a:r>
            <a:endParaRPr sz="1900"/>
          </a:p>
        </p:txBody>
      </p:sp>
      <p:sp>
        <p:nvSpPr>
          <p:cNvPr id="583" name="Google Shape;583;p46"/>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graphicFrame>
        <p:nvGraphicFramePr>
          <p:cNvPr id="584" name="Google Shape;584;p46"/>
          <p:cNvGraphicFramePr/>
          <p:nvPr/>
        </p:nvGraphicFramePr>
        <p:xfrm>
          <a:off x="457200" y="1298448"/>
          <a:ext cx="3000000" cy="3000000"/>
        </p:xfrm>
        <a:graphic>
          <a:graphicData uri="http://schemas.openxmlformats.org/drawingml/2006/table">
            <a:tbl>
              <a:tblPr>
                <a:noFill/>
                <a:tableStyleId>{5C5DCB9E-E0EA-4856-A94C-F42881260AE5}</a:tableStyleId>
              </a:tblPr>
              <a:tblGrid>
                <a:gridCol w="411475"/>
                <a:gridCol w="3749050"/>
                <a:gridCol w="3017525"/>
                <a:gridCol w="1051550"/>
              </a:tblGrid>
              <a:tr h="274325">
                <a:tc>
                  <a:txBody>
                    <a:bodyPr/>
                    <a:lstStyle/>
                    <a:p>
                      <a:pPr indent="0" lvl="0" marL="0" marR="0" rtl="0" algn="ctr">
                        <a:spcBef>
                          <a:spcPts val="0"/>
                        </a:spcBef>
                        <a:spcAft>
                          <a:spcPts val="0"/>
                        </a:spcAft>
                        <a:buClr>
                          <a:srgbClr val="FFFFFF"/>
                        </a:buClr>
                        <a:buSzPts val="800"/>
                        <a:buFont typeface="Lexend"/>
                        <a:buNone/>
                      </a:pPr>
                      <a:r>
                        <a:rPr b="1" lang="en" sz="800" u="none" cap="none" strike="noStrike">
                          <a:solidFill>
                            <a:srgbClr val="FFFFFF"/>
                          </a:solidFill>
                          <a:latin typeface="Lexend"/>
                          <a:ea typeface="Lexend"/>
                          <a:cs typeface="Lexend"/>
                          <a:sym typeface="Lexend"/>
                        </a:rPr>
                        <a:t>#</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01F99"/>
                    </a:solidFill>
                  </a:tcPr>
                </a:tc>
                <a:tc>
                  <a:txBody>
                    <a:bodyPr/>
                    <a:lstStyle/>
                    <a:p>
                      <a:pPr indent="0" lvl="0" marL="0" marR="0" rtl="0" algn="l">
                        <a:spcBef>
                          <a:spcPts val="0"/>
                        </a:spcBef>
                        <a:spcAft>
                          <a:spcPts val="0"/>
                        </a:spcAft>
                        <a:buClr>
                          <a:srgbClr val="FFFFFF"/>
                        </a:buClr>
                        <a:buSzPts val="800"/>
                        <a:buFont typeface="Lexend"/>
                        <a:buNone/>
                      </a:pPr>
                      <a:r>
                        <a:rPr b="1" lang="en" sz="800" u="none" cap="none" strike="noStrike">
                          <a:solidFill>
                            <a:srgbClr val="FFFFFF"/>
                          </a:solidFill>
                          <a:latin typeface="Lexend"/>
                          <a:ea typeface="Lexend"/>
                          <a:cs typeface="Lexend"/>
                          <a:sym typeface="Lexend"/>
                        </a:rPr>
                        <a:t>Tên</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01F99"/>
                    </a:solidFill>
                  </a:tcPr>
                </a:tc>
                <a:tc>
                  <a:txBody>
                    <a:bodyPr/>
                    <a:lstStyle/>
                    <a:p>
                      <a:pPr indent="0" lvl="0" marL="0" marR="0" rtl="0" algn="l">
                        <a:spcBef>
                          <a:spcPts val="0"/>
                        </a:spcBef>
                        <a:spcAft>
                          <a:spcPts val="0"/>
                        </a:spcAft>
                        <a:buClr>
                          <a:srgbClr val="FFFFFF"/>
                        </a:buClr>
                        <a:buSzPts val="800"/>
                        <a:buFont typeface="Lexend"/>
                        <a:buNone/>
                      </a:pPr>
                      <a:r>
                        <a:rPr b="1" lang="en" sz="800" u="none" cap="none" strike="noStrike">
                          <a:solidFill>
                            <a:srgbClr val="FFFFFF"/>
                          </a:solidFill>
                          <a:latin typeface="Lexend"/>
                          <a:ea typeface="Lexend"/>
                          <a:cs typeface="Lexend"/>
                          <a:sym typeface="Lexend"/>
                        </a:rPr>
                        <a:t>Mô tả</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01F99"/>
                    </a:solidFill>
                  </a:tcPr>
                </a:tc>
                <a:tc>
                  <a:txBody>
                    <a:bodyPr/>
                    <a:lstStyle/>
                    <a:p>
                      <a:pPr indent="0" lvl="0" marL="0" marR="0" rtl="0" algn="r">
                        <a:spcBef>
                          <a:spcPts val="0"/>
                        </a:spcBef>
                        <a:spcAft>
                          <a:spcPts val="0"/>
                        </a:spcAft>
                        <a:buClr>
                          <a:srgbClr val="FFFFFF"/>
                        </a:buClr>
                        <a:buSzPts val="800"/>
                        <a:buFont typeface="Lexend"/>
                        <a:buNone/>
                      </a:pPr>
                      <a:r>
                        <a:rPr b="1" lang="en" sz="800" u="none" cap="none" strike="noStrike">
                          <a:solidFill>
                            <a:srgbClr val="FFFFFF"/>
                          </a:solidFill>
                          <a:latin typeface="Lexend"/>
                          <a:ea typeface="Lexend"/>
                          <a:cs typeface="Lexend"/>
                          <a:sym typeface="Lexend"/>
                        </a:rPr>
                        <a:t>Giá trị</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401F99"/>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1</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3</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8F5FE"/>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4</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5</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6</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7</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8</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9</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alpha val="0"/>
                        </a:srgbClr>
                      </a:solidFill>
                      <a:prstDash val="solid"/>
                      <a:round/>
                      <a:headEnd len="sm" w="sm" type="none"/>
                      <a:tailEnd len="sm" w="sm" type="none"/>
                    </a:lnB>
                    <a:solidFill>
                      <a:srgbClr val="FFFFFF"/>
                    </a:solidFill>
                  </a:tcPr>
                </a:tc>
              </a:tr>
              <a:tr h="274325">
                <a:tc>
                  <a:txBody>
                    <a:bodyPr/>
                    <a:lstStyle/>
                    <a:p>
                      <a:pPr indent="0" lvl="0" marL="0" marR="0" rtl="0" algn="ctr">
                        <a:spcBef>
                          <a:spcPts val="0"/>
                        </a:spcBef>
                        <a:spcAft>
                          <a:spcPts val="0"/>
                        </a:spcAft>
                        <a:buClr>
                          <a:srgbClr val="401F99"/>
                        </a:buClr>
                        <a:buSzPts val="800"/>
                        <a:buFont typeface="Lexend"/>
                        <a:buNone/>
                      </a:pPr>
                      <a:r>
                        <a:rPr b="1" lang="en" sz="800" u="none" cap="none" strike="noStrike">
                          <a:solidFill>
                            <a:srgbClr val="401F99"/>
                          </a:solidFill>
                          <a:latin typeface="Lexend"/>
                          <a:ea typeface="Lexend"/>
                          <a:cs typeface="Lexend"/>
                          <a:sym typeface="Lexend"/>
                        </a:rPr>
                        <a:t>10</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Tên doanh nghiệp</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1530"/>
                        </a:buClr>
                        <a:buSzPts val="800"/>
                        <a:buFont typeface="Lexend"/>
                        <a:buNone/>
                      </a:pPr>
                      <a:r>
                        <a:rPr lang="en" sz="800" u="none" cap="none" strike="noStrike">
                          <a:solidFill>
                            <a:srgbClr val="1B1530"/>
                          </a:solidFill>
                          <a:latin typeface="Lexend"/>
                          <a:ea typeface="Lexend"/>
                          <a:cs typeface="Lexend"/>
                          <a:sym typeface="Lexend"/>
                        </a:rPr>
                        <a:t>Lĩnh vực 1, Lĩnh vực 2</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solidFill>
                      <a:prstDash val="solid"/>
                      <a:round/>
                      <a:headEnd len="sm" w="sm" type="none"/>
                      <a:tailEnd len="sm" w="sm" type="none"/>
                    </a:lnB>
                    <a:solidFill>
                      <a:srgbClr val="FFFFFF"/>
                    </a:solidFill>
                  </a:tcPr>
                </a:tc>
                <a:tc>
                  <a:txBody>
                    <a:bodyPr/>
                    <a:lstStyle/>
                    <a:p>
                      <a:pPr indent="0" lvl="0" marL="0" marR="0" rtl="0" algn="r">
                        <a:spcBef>
                          <a:spcPts val="0"/>
                        </a:spcBef>
                        <a:spcAft>
                          <a:spcPts val="0"/>
                        </a:spcAft>
                        <a:buClr>
                          <a:srgbClr val="1B1530"/>
                        </a:buClr>
                        <a:buSzPts val="800"/>
                        <a:buFont typeface="Lexend"/>
                        <a:buNone/>
                      </a:pPr>
                      <a:r>
                        <a:rPr b="1" lang="en" sz="800" u="none" cap="none" strike="noStrike">
                          <a:solidFill>
                            <a:srgbClr val="1B1530"/>
                          </a:solidFill>
                          <a:latin typeface="Lexend"/>
                          <a:ea typeface="Lexend"/>
                          <a:cs typeface="Lexend"/>
                          <a:sym typeface="Lexend"/>
                        </a:rPr>
                        <a:t>… tr</a:t>
                      </a:r>
                      <a:endParaRPr sz="800" u="none" cap="none" strike="noStrike">
                        <a:latin typeface="Lexend"/>
                        <a:ea typeface="Lexend"/>
                        <a:cs typeface="Lexend"/>
                        <a:sym typeface="Lexend"/>
                      </a:endParaRPr>
                    </a:p>
                  </a:txBody>
                  <a:tcPr marT="0" marB="0"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6E3EE">
                          <a:alpha val="0"/>
                        </a:srgbClr>
                      </a:solidFill>
                      <a:prstDash val="solid"/>
                      <a:round/>
                      <a:headEnd len="sm" w="sm" type="none"/>
                      <a:tailEnd len="sm" w="sm" type="none"/>
                    </a:lnT>
                    <a:lnB cap="flat" cmpd="sng" w="9525">
                      <a:solidFill>
                        <a:srgbClr val="E6E3EE"/>
                      </a:solidFill>
                      <a:prstDash val="solid"/>
                      <a:round/>
                      <a:headEnd len="sm" w="sm" type="none"/>
                      <a:tailEnd len="sm" w="sm" type="none"/>
                    </a:lnB>
                    <a:solidFill>
                      <a:srgbClr val="FFFFFF"/>
                    </a:solidFill>
                  </a:tcPr>
                </a:tc>
              </a:tr>
            </a:tbl>
          </a:graphicData>
        </a:graphic>
      </p:graphicFrame>
      <p:sp>
        <p:nvSpPr>
          <p:cNvPr id="585" name="Google Shape;585;p46"/>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7"/>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04 · KHUYẾN NGHỊ</a:t>
            </a:r>
            <a:endParaRPr sz="800"/>
          </a:p>
        </p:txBody>
      </p:sp>
      <p:sp>
        <p:nvSpPr>
          <p:cNvPr id="592" name="Google Shape;592;p47"/>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Khuyến nghị</a:t>
            </a:r>
            <a:endParaRPr sz="1900"/>
          </a:p>
        </p:txBody>
      </p:sp>
      <p:sp>
        <p:nvSpPr>
          <p:cNvPr id="593" name="Google Shape;593;p47"/>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594" name="Google Shape;594;p47"/>
          <p:cNvSpPr/>
          <p:nvPr/>
        </p:nvSpPr>
        <p:spPr>
          <a:xfrm>
            <a:off x="457200" y="1325880"/>
            <a:ext cx="4023360" cy="384048"/>
          </a:xfrm>
          <a:prstGeom prst="roundRect">
            <a:avLst>
              <a:gd fmla="val 50000" name="adj"/>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search.png" id="595" name="Google Shape;595;p47"/>
          <p:cNvPicPr preferRelativeResize="0"/>
          <p:nvPr/>
        </p:nvPicPr>
        <p:blipFill rotWithShape="1">
          <a:blip r:embed="rId3">
            <a:alphaModFix/>
          </a:blip>
          <a:srcRect b="0" l="0" r="0" t="0"/>
          <a:stretch/>
        </p:blipFill>
        <p:spPr>
          <a:xfrm>
            <a:off x="594360" y="1399032"/>
            <a:ext cx="237744" cy="237744"/>
          </a:xfrm>
          <a:prstGeom prst="rect">
            <a:avLst/>
          </a:prstGeom>
          <a:noFill/>
          <a:ln>
            <a:noFill/>
          </a:ln>
        </p:spPr>
      </p:pic>
      <p:sp>
        <p:nvSpPr>
          <p:cNvPr id="596" name="Google Shape;596;p47"/>
          <p:cNvSpPr txBox="1"/>
          <p:nvPr/>
        </p:nvSpPr>
        <p:spPr>
          <a:xfrm>
            <a:off x="932688" y="1325880"/>
            <a:ext cx="3383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530"/>
              </a:buClr>
              <a:buSzPts val="1100"/>
              <a:buFont typeface="Lexend"/>
              <a:buNone/>
            </a:pPr>
            <a:r>
              <a:rPr b="1" i="0" lang="en" sz="1100" u="none" cap="none" strike="noStrike">
                <a:solidFill>
                  <a:srgbClr val="1B1530"/>
                </a:solidFill>
                <a:latin typeface="Lexend"/>
                <a:ea typeface="Lexend"/>
                <a:cs typeface="Lexend"/>
                <a:sym typeface="Lexend"/>
              </a:rPr>
              <a:t>Người tìm việc</a:t>
            </a:r>
            <a:endParaRPr b="0" i="0" sz="1100" u="none" cap="none" strike="noStrike">
              <a:solidFill>
                <a:schemeClr val="dk1"/>
              </a:solidFill>
              <a:latin typeface="Lexend"/>
              <a:ea typeface="Lexend"/>
              <a:cs typeface="Lexend"/>
              <a:sym typeface="Lexend"/>
            </a:endParaRPr>
          </a:p>
        </p:txBody>
      </p:sp>
      <p:sp>
        <p:nvSpPr>
          <p:cNvPr id="597" name="Google Shape;597;p47"/>
          <p:cNvSpPr/>
          <p:nvPr/>
        </p:nvSpPr>
        <p:spPr>
          <a:xfrm>
            <a:off x="457200" y="1810512"/>
            <a:ext cx="4023360" cy="822960"/>
          </a:xfrm>
          <a:prstGeom prst="roundRect">
            <a:avLst>
              <a:gd fmla="val 13333" name="adj"/>
            </a:avLst>
          </a:prstGeom>
          <a:solidFill>
            <a:srgbClr val="D2FCFF"/>
          </a:solidFill>
          <a:ln cap="flat" cmpd="sng" w="12700">
            <a:solidFill>
              <a:srgbClr val="D2F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7"/>
          <p:cNvSpPr txBox="1"/>
          <p:nvPr/>
        </p:nvSpPr>
        <p:spPr>
          <a:xfrm>
            <a:off x="594360" y="1901952"/>
            <a:ext cx="320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2200"/>
              <a:buFont typeface="Lexend"/>
              <a:buNone/>
            </a:pPr>
            <a:r>
              <a:rPr b="1" i="0" lang="en" sz="2200" u="none" cap="none" strike="noStrike">
                <a:solidFill>
                  <a:srgbClr val="401F99"/>
                </a:solidFill>
                <a:latin typeface="Lexend"/>
                <a:ea typeface="Lexend"/>
                <a:cs typeface="Lexend"/>
                <a:sym typeface="Lexend"/>
              </a:rPr>
              <a:t>1</a:t>
            </a:r>
            <a:endParaRPr b="0" i="0" sz="2200" u="none" cap="none" strike="noStrike">
              <a:solidFill>
                <a:schemeClr val="dk1"/>
              </a:solidFill>
              <a:latin typeface="Lexend"/>
              <a:ea typeface="Lexend"/>
              <a:cs typeface="Lexend"/>
              <a:sym typeface="Lexend"/>
            </a:endParaRPr>
          </a:p>
        </p:txBody>
      </p:sp>
      <p:sp>
        <p:nvSpPr>
          <p:cNvPr id="599" name="Google Shape;599;p47"/>
          <p:cNvSpPr txBox="1"/>
          <p:nvPr/>
        </p:nvSpPr>
        <p:spPr>
          <a:xfrm>
            <a:off x="960120" y="1901952"/>
            <a:ext cx="33832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50"/>
              <a:buFont typeface="Lexend"/>
              <a:buNone/>
            </a:pPr>
            <a:r>
              <a:rPr b="1" i="0" lang="en" sz="850" u="none" cap="none" strike="noStrike">
                <a:solidFill>
                  <a:srgbClr val="401F99"/>
                </a:solidFill>
                <a:latin typeface="Lexend"/>
                <a:ea typeface="Lexend"/>
                <a:cs typeface="Lexend"/>
                <a:sym typeface="Lexend"/>
              </a:rPr>
              <a:t>Khuyến nghị 1</a:t>
            </a:r>
            <a:endParaRPr b="0" i="0" sz="85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hành động cụ thể, có số liệu dẫn chứng.</a:t>
            </a:r>
            <a:endParaRPr b="0" i="0" sz="850" u="none" cap="none" strike="noStrike">
              <a:solidFill>
                <a:schemeClr val="dk1"/>
              </a:solidFill>
              <a:latin typeface="Lexend"/>
              <a:ea typeface="Lexend"/>
              <a:cs typeface="Lexend"/>
              <a:sym typeface="Lexend"/>
            </a:endParaRPr>
          </a:p>
        </p:txBody>
      </p:sp>
      <p:sp>
        <p:nvSpPr>
          <p:cNvPr id="600" name="Google Shape;600;p47"/>
          <p:cNvSpPr/>
          <p:nvPr/>
        </p:nvSpPr>
        <p:spPr>
          <a:xfrm>
            <a:off x="457200" y="2724912"/>
            <a:ext cx="4023360" cy="822960"/>
          </a:xfrm>
          <a:prstGeom prst="roundRect">
            <a:avLst>
              <a:gd fmla="val 13333" name="adj"/>
            </a:avLst>
          </a:prstGeom>
          <a:solidFill>
            <a:srgbClr val="D2FCFF"/>
          </a:solidFill>
          <a:ln cap="flat" cmpd="sng" w="12700">
            <a:solidFill>
              <a:srgbClr val="D2F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7"/>
          <p:cNvSpPr txBox="1"/>
          <p:nvPr/>
        </p:nvSpPr>
        <p:spPr>
          <a:xfrm>
            <a:off x="594360" y="2816352"/>
            <a:ext cx="320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2200"/>
              <a:buFont typeface="Lexend"/>
              <a:buNone/>
            </a:pPr>
            <a:r>
              <a:rPr b="1" i="0" lang="en" sz="2200" u="none" cap="none" strike="noStrike">
                <a:solidFill>
                  <a:srgbClr val="401F99"/>
                </a:solidFill>
                <a:latin typeface="Lexend"/>
                <a:ea typeface="Lexend"/>
                <a:cs typeface="Lexend"/>
                <a:sym typeface="Lexend"/>
              </a:rPr>
              <a:t>2</a:t>
            </a:r>
            <a:endParaRPr b="0" i="0" sz="2200" u="none" cap="none" strike="noStrike">
              <a:solidFill>
                <a:schemeClr val="dk1"/>
              </a:solidFill>
              <a:latin typeface="Lexend"/>
              <a:ea typeface="Lexend"/>
              <a:cs typeface="Lexend"/>
              <a:sym typeface="Lexend"/>
            </a:endParaRPr>
          </a:p>
        </p:txBody>
      </p:sp>
      <p:sp>
        <p:nvSpPr>
          <p:cNvPr id="602" name="Google Shape;602;p47"/>
          <p:cNvSpPr txBox="1"/>
          <p:nvPr/>
        </p:nvSpPr>
        <p:spPr>
          <a:xfrm>
            <a:off x="960120" y="2816352"/>
            <a:ext cx="33832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50"/>
              <a:buFont typeface="Lexend"/>
              <a:buNone/>
            </a:pPr>
            <a:r>
              <a:rPr b="1" i="0" lang="en" sz="850" u="none" cap="none" strike="noStrike">
                <a:solidFill>
                  <a:srgbClr val="401F99"/>
                </a:solidFill>
                <a:latin typeface="Lexend"/>
                <a:ea typeface="Lexend"/>
                <a:cs typeface="Lexend"/>
                <a:sym typeface="Lexend"/>
              </a:rPr>
              <a:t>Khuyến nghị 2</a:t>
            </a:r>
            <a:endParaRPr b="0" i="0" sz="85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hành động cụ thể, có số liệu dẫn chứng.</a:t>
            </a:r>
            <a:endParaRPr b="0" i="0" sz="850" u="none" cap="none" strike="noStrike">
              <a:solidFill>
                <a:schemeClr val="dk1"/>
              </a:solidFill>
              <a:latin typeface="Lexend"/>
              <a:ea typeface="Lexend"/>
              <a:cs typeface="Lexend"/>
              <a:sym typeface="Lexend"/>
            </a:endParaRPr>
          </a:p>
        </p:txBody>
      </p:sp>
      <p:sp>
        <p:nvSpPr>
          <p:cNvPr id="603" name="Google Shape;603;p47"/>
          <p:cNvSpPr/>
          <p:nvPr/>
        </p:nvSpPr>
        <p:spPr>
          <a:xfrm>
            <a:off x="457200" y="3639312"/>
            <a:ext cx="4023360" cy="822960"/>
          </a:xfrm>
          <a:prstGeom prst="roundRect">
            <a:avLst>
              <a:gd fmla="val 13333" name="adj"/>
            </a:avLst>
          </a:prstGeom>
          <a:solidFill>
            <a:srgbClr val="D2FCFF"/>
          </a:solidFill>
          <a:ln cap="flat" cmpd="sng" w="12700">
            <a:solidFill>
              <a:srgbClr val="D2FC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7"/>
          <p:cNvSpPr txBox="1"/>
          <p:nvPr/>
        </p:nvSpPr>
        <p:spPr>
          <a:xfrm>
            <a:off x="594360" y="3730752"/>
            <a:ext cx="320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2200"/>
              <a:buFont typeface="Lexend"/>
              <a:buNone/>
            </a:pPr>
            <a:r>
              <a:rPr b="1" i="0" lang="en" sz="2200" u="none" cap="none" strike="noStrike">
                <a:solidFill>
                  <a:srgbClr val="401F99"/>
                </a:solidFill>
                <a:latin typeface="Lexend"/>
                <a:ea typeface="Lexend"/>
                <a:cs typeface="Lexend"/>
                <a:sym typeface="Lexend"/>
              </a:rPr>
              <a:t>3</a:t>
            </a:r>
            <a:endParaRPr b="0" i="0" sz="2200" u="none" cap="none" strike="noStrike">
              <a:solidFill>
                <a:schemeClr val="dk1"/>
              </a:solidFill>
              <a:latin typeface="Lexend"/>
              <a:ea typeface="Lexend"/>
              <a:cs typeface="Lexend"/>
              <a:sym typeface="Lexend"/>
            </a:endParaRPr>
          </a:p>
        </p:txBody>
      </p:sp>
      <p:sp>
        <p:nvSpPr>
          <p:cNvPr id="605" name="Google Shape;605;p47"/>
          <p:cNvSpPr txBox="1"/>
          <p:nvPr/>
        </p:nvSpPr>
        <p:spPr>
          <a:xfrm>
            <a:off x="960120" y="3730752"/>
            <a:ext cx="33832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50"/>
              <a:buFont typeface="Lexend"/>
              <a:buNone/>
            </a:pPr>
            <a:r>
              <a:rPr b="1" i="0" lang="en" sz="850" u="none" cap="none" strike="noStrike">
                <a:solidFill>
                  <a:srgbClr val="401F99"/>
                </a:solidFill>
                <a:latin typeface="Lexend"/>
                <a:ea typeface="Lexend"/>
                <a:cs typeface="Lexend"/>
                <a:sym typeface="Lexend"/>
              </a:rPr>
              <a:t>Khuyến nghị 3</a:t>
            </a:r>
            <a:endParaRPr b="0" i="0" sz="85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hành động cụ thể, có số liệu dẫn chứng.</a:t>
            </a:r>
            <a:endParaRPr b="0" i="0" sz="850" u="none" cap="none" strike="noStrike">
              <a:solidFill>
                <a:schemeClr val="dk1"/>
              </a:solidFill>
              <a:latin typeface="Lexend"/>
              <a:ea typeface="Lexend"/>
              <a:cs typeface="Lexend"/>
              <a:sym typeface="Lexend"/>
            </a:endParaRPr>
          </a:p>
        </p:txBody>
      </p:sp>
      <p:sp>
        <p:nvSpPr>
          <p:cNvPr id="606" name="Google Shape;606;p47"/>
          <p:cNvSpPr/>
          <p:nvPr/>
        </p:nvSpPr>
        <p:spPr>
          <a:xfrm>
            <a:off x="4663440" y="1325880"/>
            <a:ext cx="4023360" cy="384048"/>
          </a:xfrm>
          <a:prstGeom prst="roundRect">
            <a:avLst>
              <a:gd fmla="val 50000" name="adj"/>
            </a:avLst>
          </a:prstGeom>
          <a:solidFill>
            <a:srgbClr val="401F99"/>
          </a:solidFill>
          <a:ln cap="flat" cmpd="sng" w="12700">
            <a:solidFill>
              <a:srgbClr val="401F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v2/img/i-building.png" id="607" name="Google Shape;607;p47"/>
          <p:cNvPicPr preferRelativeResize="0"/>
          <p:nvPr/>
        </p:nvPicPr>
        <p:blipFill rotWithShape="1">
          <a:blip r:embed="rId4">
            <a:alphaModFix/>
          </a:blip>
          <a:srcRect b="0" l="0" r="0" t="0"/>
          <a:stretch/>
        </p:blipFill>
        <p:spPr>
          <a:xfrm>
            <a:off x="4800600" y="1399032"/>
            <a:ext cx="237744" cy="237744"/>
          </a:xfrm>
          <a:prstGeom prst="rect">
            <a:avLst/>
          </a:prstGeom>
          <a:noFill/>
          <a:ln>
            <a:noFill/>
          </a:ln>
        </p:spPr>
      </p:pic>
      <p:sp>
        <p:nvSpPr>
          <p:cNvPr id="608" name="Google Shape;608;p47"/>
          <p:cNvSpPr txBox="1"/>
          <p:nvPr/>
        </p:nvSpPr>
        <p:spPr>
          <a:xfrm>
            <a:off x="5138928" y="1325880"/>
            <a:ext cx="3383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Lexend"/>
              <a:buNone/>
            </a:pPr>
            <a:r>
              <a:rPr b="1" i="0" lang="en" sz="1100" u="none" cap="none" strike="noStrike">
                <a:solidFill>
                  <a:srgbClr val="FFFFFF"/>
                </a:solidFill>
                <a:latin typeface="Lexend"/>
                <a:ea typeface="Lexend"/>
                <a:cs typeface="Lexend"/>
                <a:sym typeface="Lexend"/>
              </a:rPr>
              <a:t>Nhà tuyển dụng</a:t>
            </a:r>
            <a:endParaRPr b="0" i="0" sz="1100" u="none" cap="none" strike="noStrike">
              <a:solidFill>
                <a:schemeClr val="dk1"/>
              </a:solidFill>
              <a:latin typeface="Lexend"/>
              <a:ea typeface="Lexend"/>
              <a:cs typeface="Lexend"/>
              <a:sym typeface="Lexend"/>
            </a:endParaRPr>
          </a:p>
        </p:txBody>
      </p:sp>
      <p:sp>
        <p:nvSpPr>
          <p:cNvPr id="609" name="Google Shape;609;p47"/>
          <p:cNvSpPr/>
          <p:nvPr/>
        </p:nvSpPr>
        <p:spPr>
          <a:xfrm>
            <a:off x="4663440" y="1810512"/>
            <a:ext cx="4023360" cy="822960"/>
          </a:xfrm>
          <a:prstGeom prst="roundRect">
            <a:avLst>
              <a:gd fmla="val 13333"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7"/>
          <p:cNvSpPr txBox="1"/>
          <p:nvPr/>
        </p:nvSpPr>
        <p:spPr>
          <a:xfrm>
            <a:off x="4800600" y="1901952"/>
            <a:ext cx="320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2200"/>
              <a:buFont typeface="Lexend"/>
              <a:buNone/>
            </a:pPr>
            <a:r>
              <a:rPr b="1" i="0" lang="en" sz="2200" u="none" cap="none" strike="noStrike">
                <a:solidFill>
                  <a:srgbClr val="401F99"/>
                </a:solidFill>
                <a:latin typeface="Lexend"/>
                <a:ea typeface="Lexend"/>
                <a:cs typeface="Lexend"/>
                <a:sym typeface="Lexend"/>
              </a:rPr>
              <a:t>1</a:t>
            </a:r>
            <a:endParaRPr b="0" i="0" sz="2200" u="none" cap="none" strike="noStrike">
              <a:solidFill>
                <a:schemeClr val="dk1"/>
              </a:solidFill>
              <a:latin typeface="Lexend"/>
              <a:ea typeface="Lexend"/>
              <a:cs typeface="Lexend"/>
              <a:sym typeface="Lexend"/>
            </a:endParaRPr>
          </a:p>
        </p:txBody>
      </p:sp>
      <p:sp>
        <p:nvSpPr>
          <p:cNvPr id="611" name="Google Shape;611;p47"/>
          <p:cNvSpPr txBox="1"/>
          <p:nvPr/>
        </p:nvSpPr>
        <p:spPr>
          <a:xfrm>
            <a:off x="5166360" y="1901952"/>
            <a:ext cx="33832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50"/>
              <a:buFont typeface="Lexend"/>
              <a:buNone/>
            </a:pPr>
            <a:r>
              <a:rPr b="1" i="0" lang="en" sz="850" u="none" cap="none" strike="noStrike">
                <a:solidFill>
                  <a:srgbClr val="401F99"/>
                </a:solidFill>
                <a:latin typeface="Lexend"/>
                <a:ea typeface="Lexend"/>
                <a:cs typeface="Lexend"/>
                <a:sym typeface="Lexend"/>
              </a:rPr>
              <a:t>Khuyến nghị 1</a:t>
            </a:r>
            <a:endParaRPr b="0" i="0" sz="85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hành động cụ thể, có số liệu dẫn chứng.</a:t>
            </a:r>
            <a:endParaRPr b="0" i="0" sz="850" u="none" cap="none" strike="noStrike">
              <a:solidFill>
                <a:schemeClr val="dk1"/>
              </a:solidFill>
              <a:latin typeface="Lexend"/>
              <a:ea typeface="Lexend"/>
              <a:cs typeface="Lexend"/>
              <a:sym typeface="Lexend"/>
            </a:endParaRPr>
          </a:p>
        </p:txBody>
      </p:sp>
      <p:sp>
        <p:nvSpPr>
          <p:cNvPr id="612" name="Google Shape;612;p47"/>
          <p:cNvSpPr/>
          <p:nvPr/>
        </p:nvSpPr>
        <p:spPr>
          <a:xfrm>
            <a:off x="4663440" y="2724912"/>
            <a:ext cx="4023360" cy="822960"/>
          </a:xfrm>
          <a:prstGeom prst="roundRect">
            <a:avLst>
              <a:gd fmla="val 13333"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7"/>
          <p:cNvSpPr txBox="1"/>
          <p:nvPr/>
        </p:nvSpPr>
        <p:spPr>
          <a:xfrm>
            <a:off x="4800600" y="2816352"/>
            <a:ext cx="320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2200"/>
              <a:buFont typeface="Lexend"/>
              <a:buNone/>
            </a:pPr>
            <a:r>
              <a:rPr b="1" i="0" lang="en" sz="2200" u="none" cap="none" strike="noStrike">
                <a:solidFill>
                  <a:srgbClr val="401F99"/>
                </a:solidFill>
                <a:latin typeface="Lexend"/>
                <a:ea typeface="Lexend"/>
                <a:cs typeface="Lexend"/>
                <a:sym typeface="Lexend"/>
              </a:rPr>
              <a:t>2</a:t>
            </a:r>
            <a:endParaRPr b="0" i="0" sz="2200" u="none" cap="none" strike="noStrike">
              <a:solidFill>
                <a:schemeClr val="dk1"/>
              </a:solidFill>
              <a:latin typeface="Lexend"/>
              <a:ea typeface="Lexend"/>
              <a:cs typeface="Lexend"/>
              <a:sym typeface="Lexend"/>
            </a:endParaRPr>
          </a:p>
        </p:txBody>
      </p:sp>
      <p:sp>
        <p:nvSpPr>
          <p:cNvPr id="614" name="Google Shape;614;p47"/>
          <p:cNvSpPr txBox="1"/>
          <p:nvPr/>
        </p:nvSpPr>
        <p:spPr>
          <a:xfrm>
            <a:off x="5166360" y="2816352"/>
            <a:ext cx="33832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50"/>
              <a:buFont typeface="Lexend"/>
              <a:buNone/>
            </a:pPr>
            <a:r>
              <a:rPr b="1" i="0" lang="en" sz="850" u="none" cap="none" strike="noStrike">
                <a:solidFill>
                  <a:srgbClr val="401F99"/>
                </a:solidFill>
                <a:latin typeface="Lexend"/>
                <a:ea typeface="Lexend"/>
                <a:cs typeface="Lexend"/>
                <a:sym typeface="Lexend"/>
              </a:rPr>
              <a:t>Khuyến nghị 2</a:t>
            </a:r>
            <a:endParaRPr b="0" i="0" sz="85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hành động cụ thể, có số liệu dẫn chứng.</a:t>
            </a:r>
            <a:endParaRPr b="0" i="0" sz="850" u="none" cap="none" strike="noStrike">
              <a:solidFill>
                <a:schemeClr val="dk1"/>
              </a:solidFill>
              <a:latin typeface="Lexend"/>
              <a:ea typeface="Lexend"/>
              <a:cs typeface="Lexend"/>
              <a:sym typeface="Lexend"/>
            </a:endParaRPr>
          </a:p>
        </p:txBody>
      </p:sp>
      <p:sp>
        <p:nvSpPr>
          <p:cNvPr id="615" name="Google Shape;615;p47"/>
          <p:cNvSpPr/>
          <p:nvPr/>
        </p:nvSpPr>
        <p:spPr>
          <a:xfrm>
            <a:off x="4663440" y="3639312"/>
            <a:ext cx="4023360" cy="822960"/>
          </a:xfrm>
          <a:prstGeom prst="roundRect">
            <a:avLst>
              <a:gd fmla="val 13333" name="adj"/>
            </a:avLst>
          </a:prstGeom>
          <a:solidFill>
            <a:srgbClr val="EFE4FF"/>
          </a:solidFill>
          <a:ln cap="flat" cmpd="sng" w="12700">
            <a:solidFill>
              <a:srgbClr val="EFE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7"/>
          <p:cNvSpPr txBox="1"/>
          <p:nvPr/>
        </p:nvSpPr>
        <p:spPr>
          <a:xfrm>
            <a:off x="4800600" y="3730752"/>
            <a:ext cx="320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2200"/>
              <a:buFont typeface="Lexend"/>
              <a:buNone/>
            </a:pPr>
            <a:r>
              <a:rPr b="1" i="0" lang="en" sz="2200" u="none" cap="none" strike="noStrike">
                <a:solidFill>
                  <a:srgbClr val="401F99"/>
                </a:solidFill>
                <a:latin typeface="Lexend"/>
                <a:ea typeface="Lexend"/>
                <a:cs typeface="Lexend"/>
                <a:sym typeface="Lexend"/>
              </a:rPr>
              <a:t>3</a:t>
            </a:r>
            <a:endParaRPr b="0" i="0" sz="2200" u="none" cap="none" strike="noStrike">
              <a:solidFill>
                <a:schemeClr val="dk1"/>
              </a:solidFill>
              <a:latin typeface="Lexend"/>
              <a:ea typeface="Lexend"/>
              <a:cs typeface="Lexend"/>
              <a:sym typeface="Lexend"/>
            </a:endParaRPr>
          </a:p>
        </p:txBody>
      </p:sp>
      <p:sp>
        <p:nvSpPr>
          <p:cNvPr id="617" name="Google Shape;617;p47"/>
          <p:cNvSpPr txBox="1"/>
          <p:nvPr/>
        </p:nvSpPr>
        <p:spPr>
          <a:xfrm>
            <a:off x="5166360" y="3730752"/>
            <a:ext cx="33832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01F99"/>
              </a:buClr>
              <a:buSzPts val="850"/>
              <a:buFont typeface="Lexend"/>
              <a:buNone/>
            </a:pPr>
            <a:r>
              <a:rPr b="1" i="0" lang="en" sz="850" u="none" cap="none" strike="noStrike">
                <a:solidFill>
                  <a:srgbClr val="401F99"/>
                </a:solidFill>
                <a:latin typeface="Lexend"/>
                <a:ea typeface="Lexend"/>
                <a:cs typeface="Lexend"/>
                <a:sym typeface="Lexend"/>
              </a:rPr>
              <a:t>Khuyến nghị 3</a:t>
            </a:r>
            <a:endParaRPr b="0" i="0" sz="850" u="none" cap="none" strike="noStrike">
              <a:solidFill>
                <a:schemeClr val="dk1"/>
              </a:solidFill>
              <a:latin typeface="Lexend"/>
              <a:ea typeface="Lexend"/>
              <a:cs typeface="Lexend"/>
              <a:sym typeface="Lexend"/>
            </a:endParaRPr>
          </a:p>
          <a:p>
            <a:pPr indent="0" lvl="0" marL="0" marR="0" rtl="0" algn="l">
              <a:spcBef>
                <a:spcPts val="0"/>
              </a:spcBef>
              <a:spcAft>
                <a:spcPts val="0"/>
              </a:spcAft>
              <a:buClr>
                <a:srgbClr val="1B1530"/>
              </a:buClr>
              <a:buSzPts val="850"/>
              <a:buFont typeface="Lexend"/>
              <a:buNone/>
            </a:pPr>
            <a:r>
              <a:rPr b="0" i="0" lang="en" sz="850" u="none" cap="none" strike="noStrike">
                <a:solidFill>
                  <a:srgbClr val="1B1530"/>
                </a:solidFill>
                <a:latin typeface="Lexend"/>
                <a:ea typeface="Lexend"/>
                <a:cs typeface="Lexend"/>
                <a:sym typeface="Lexend"/>
              </a:rPr>
              <a:t>Một hành động cụ thể, có số liệu dẫn chứng.</a:t>
            </a:r>
            <a:endParaRPr b="0" i="0" sz="850" u="none" cap="none" strike="noStrike">
              <a:solidFill>
                <a:schemeClr val="dk1"/>
              </a:solidFill>
              <a:latin typeface="Lexend"/>
              <a:ea typeface="Lexend"/>
              <a:cs typeface="Lexend"/>
              <a:sym typeface="Lexend"/>
            </a:endParaRPr>
          </a:p>
        </p:txBody>
      </p:sp>
      <p:sp>
        <p:nvSpPr>
          <p:cNvPr id="618" name="Google Shape;618;p47"/>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48"/>
          <p:cNvSpPr txBox="1"/>
          <p:nvPr>
            <p:ph type="title"/>
          </p:nvPr>
        </p:nvSpPr>
        <p:spPr>
          <a:xfrm>
            <a:off x="457200" y="457200"/>
            <a:ext cx="8229600" cy="8229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600"/>
              <a:buFont typeface="Lexend"/>
              <a:buNone/>
            </a:pPr>
            <a:r>
              <a:rPr b="1" lang="en" sz="2600">
                <a:solidFill>
                  <a:srgbClr val="FFFFFF"/>
                </a:solidFill>
                <a:latin typeface="Lexend"/>
                <a:ea typeface="Lexend"/>
                <a:cs typeface="Lexend"/>
                <a:sym typeface="Lexend"/>
              </a:rPr>
              <a:t>Tuyên bố miễn trừ trách nhiệm</a:t>
            </a:r>
            <a:endParaRPr sz="2600"/>
          </a:p>
        </p:txBody>
      </p:sp>
      <p:cxnSp>
        <p:nvCxnSpPr>
          <p:cNvPr id="625" name="Google Shape;625;p48"/>
          <p:cNvCxnSpPr/>
          <p:nvPr/>
        </p:nvCxnSpPr>
        <p:spPr>
          <a:xfrm>
            <a:off x="457200" y="1463040"/>
            <a:ext cx="2514600" cy="0"/>
          </a:xfrm>
          <a:prstGeom prst="straightConnector1">
            <a:avLst/>
          </a:prstGeom>
          <a:noFill/>
          <a:ln cap="flat" cmpd="sng" w="12700">
            <a:solidFill>
              <a:srgbClr val="9A69FF"/>
            </a:solidFill>
            <a:prstDash val="solid"/>
            <a:round/>
            <a:headEnd len="sm" w="sm" type="none"/>
            <a:tailEnd len="sm" w="sm" type="none"/>
          </a:ln>
        </p:spPr>
      </p:cxnSp>
      <p:sp>
        <p:nvSpPr>
          <p:cNvPr id="626" name="Google Shape;626;p48"/>
          <p:cNvSpPr txBox="1"/>
          <p:nvPr/>
        </p:nvSpPr>
        <p:spPr>
          <a:xfrm>
            <a:off x="457200" y="1600200"/>
            <a:ext cx="2514600" cy="17373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900"/>
              <a:buFont typeface="Lexend"/>
              <a:buNone/>
            </a:pPr>
            <a:r>
              <a:rPr b="0" i="0" lang="en" sz="900" u="none" cap="none" strike="noStrike">
                <a:solidFill>
                  <a:srgbClr val="FFFFFF"/>
                </a:solidFill>
                <a:latin typeface="Lexend"/>
                <a:ea typeface="Lexend"/>
                <a:cs typeface="Lexend"/>
                <a:sym typeface="Lexend"/>
              </a:rPr>
              <a:t>Báo cáo do Vieclam24h biên soạn nhằm cung cấp góc nhìn tham khảo về thị trường tuyển dụng. Số liệu phản ánh hoạt động trên nền tảng Vieclam24h và các nguồn công bố chính thức.</a:t>
            </a:r>
            <a:endParaRPr b="0" i="0" sz="900" u="none" cap="none" strike="noStrike">
              <a:solidFill>
                <a:schemeClr val="dk1"/>
              </a:solidFill>
              <a:latin typeface="Lexend"/>
              <a:ea typeface="Lexend"/>
              <a:cs typeface="Lexend"/>
              <a:sym typeface="Lexend"/>
            </a:endParaRPr>
          </a:p>
        </p:txBody>
      </p:sp>
      <p:cxnSp>
        <p:nvCxnSpPr>
          <p:cNvPr id="627" name="Google Shape;627;p48"/>
          <p:cNvCxnSpPr/>
          <p:nvPr/>
        </p:nvCxnSpPr>
        <p:spPr>
          <a:xfrm>
            <a:off x="3246120" y="1463040"/>
            <a:ext cx="2514600" cy="0"/>
          </a:xfrm>
          <a:prstGeom prst="straightConnector1">
            <a:avLst/>
          </a:prstGeom>
          <a:noFill/>
          <a:ln cap="flat" cmpd="sng" w="12700">
            <a:solidFill>
              <a:srgbClr val="9A69FF"/>
            </a:solidFill>
            <a:prstDash val="solid"/>
            <a:round/>
            <a:headEnd len="sm" w="sm" type="none"/>
            <a:tailEnd len="sm" w="sm" type="none"/>
          </a:ln>
        </p:spPr>
      </p:cxnSp>
      <p:sp>
        <p:nvSpPr>
          <p:cNvPr id="628" name="Google Shape;628;p48"/>
          <p:cNvSpPr txBox="1"/>
          <p:nvPr/>
        </p:nvSpPr>
        <p:spPr>
          <a:xfrm>
            <a:off x="3246120" y="1600200"/>
            <a:ext cx="2514600" cy="17373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900"/>
              <a:buFont typeface="Lexend"/>
              <a:buNone/>
            </a:pPr>
            <a:r>
              <a:rPr b="0" i="0" lang="en" sz="900" u="none" cap="none" strike="noStrike">
                <a:solidFill>
                  <a:srgbClr val="FFFFFF"/>
                </a:solidFill>
                <a:latin typeface="Lexend"/>
                <a:ea typeface="Lexend"/>
                <a:cs typeface="Lexend"/>
                <a:sym typeface="Lexend"/>
              </a:rPr>
              <a:t>Mức lương trong báo cáo là mức lương đăng tuyển. Phần triển vọng dựa trên xu hướng các năm trước; kết quả thực tế có thể khác.</a:t>
            </a:r>
            <a:endParaRPr b="0" i="0" sz="900" u="none" cap="none" strike="noStrike">
              <a:solidFill>
                <a:schemeClr val="dk1"/>
              </a:solidFill>
              <a:latin typeface="Lexend"/>
              <a:ea typeface="Lexend"/>
              <a:cs typeface="Lexend"/>
              <a:sym typeface="Lexend"/>
            </a:endParaRPr>
          </a:p>
        </p:txBody>
      </p:sp>
      <p:cxnSp>
        <p:nvCxnSpPr>
          <p:cNvPr id="629" name="Google Shape;629;p48"/>
          <p:cNvCxnSpPr/>
          <p:nvPr/>
        </p:nvCxnSpPr>
        <p:spPr>
          <a:xfrm>
            <a:off x="6035040" y="1463040"/>
            <a:ext cx="2514600" cy="0"/>
          </a:xfrm>
          <a:prstGeom prst="straightConnector1">
            <a:avLst/>
          </a:prstGeom>
          <a:noFill/>
          <a:ln cap="flat" cmpd="sng" w="12700">
            <a:solidFill>
              <a:srgbClr val="9A69FF"/>
            </a:solidFill>
            <a:prstDash val="solid"/>
            <a:round/>
            <a:headEnd len="sm" w="sm" type="none"/>
            <a:tailEnd len="sm" w="sm" type="none"/>
          </a:ln>
        </p:spPr>
      </p:cxnSp>
      <p:sp>
        <p:nvSpPr>
          <p:cNvPr id="630" name="Google Shape;630;p48"/>
          <p:cNvSpPr txBox="1"/>
          <p:nvPr/>
        </p:nvSpPr>
        <p:spPr>
          <a:xfrm>
            <a:off x="6035040" y="1600200"/>
            <a:ext cx="2514600" cy="17373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900"/>
              <a:buFont typeface="Lexend"/>
              <a:buNone/>
            </a:pPr>
            <a:r>
              <a:rPr b="0" i="0" lang="en" sz="900" u="none" cap="none" strike="noStrike">
                <a:solidFill>
                  <a:srgbClr val="FFFFFF"/>
                </a:solidFill>
                <a:latin typeface="Lexend"/>
                <a:ea typeface="Lexend"/>
                <a:cs typeface="Lexend"/>
                <a:sym typeface="Lexend"/>
              </a:rPr>
              <a:t>Báo cáo không thay thế tư vấn chuyên môn cho quyết định kinh doanh hay đầu tư. Khi trích dẫn, vui lòng ghi rõ nguồn “Vieclam24h”.</a:t>
            </a:r>
            <a:endParaRPr b="0" i="0" sz="900" u="none" cap="none" strike="noStrike">
              <a:solidFill>
                <a:schemeClr val="dk1"/>
              </a:solidFill>
              <a:latin typeface="Lexend"/>
              <a:ea typeface="Lexend"/>
              <a:cs typeface="Lexend"/>
              <a:sym typeface="Lexend"/>
            </a:endParaRPr>
          </a:p>
        </p:txBody>
      </p:sp>
      <p:sp>
        <p:nvSpPr>
          <p:cNvPr id="631" name="Google Shape;631;p48"/>
          <p:cNvSpPr txBox="1"/>
          <p:nvPr/>
        </p:nvSpPr>
        <p:spPr>
          <a:xfrm>
            <a:off x="457200" y="338328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AFB"/>
              </a:buClr>
              <a:buSzPts val="3000"/>
              <a:buFont typeface="Oooh Baby"/>
              <a:buNone/>
            </a:pPr>
            <a:r>
              <a:rPr b="0" i="0" lang="en" sz="3000" u="none" cap="none" strike="noStrike">
                <a:solidFill>
                  <a:srgbClr val="00CAFB"/>
                </a:solidFill>
                <a:latin typeface="Oooh Baby"/>
                <a:ea typeface="Oooh Baby"/>
                <a:cs typeface="Oooh Baby"/>
                <a:sym typeface="Oooh Baby"/>
              </a:rPr>
              <a:t>Đi làm để sống cuộc đời mình muốn</a:t>
            </a:r>
            <a:endParaRPr b="0" i="0" sz="3000" u="none" cap="none" strike="noStrike">
              <a:solidFill>
                <a:schemeClr val="dk1"/>
              </a:solidFill>
              <a:latin typeface="Lexend"/>
              <a:ea typeface="Lexend"/>
              <a:cs typeface="Lexend"/>
              <a:sym typeface="Lexend"/>
            </a:endParaRPr>
          </a:p>
        </p:txBody>
      </p:sp>
      <p:sp>
        <p:nvSpPr>
          <p:cNvPr id="632" name="Google Shape;632;p48"/>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EFE4FF"/>
              </a:buClr>
              <a:buSzPts val="650"/>
              <a:buNone/>
            </a:pPr>
            <a:r>
              <a:t/>
            </a:r>
            <a:endParaRPr sz="650"/>
          </a:p>
        </p:txBody>
      </p:sp>
      <p:sp>
        <p:nvSpPr>
          <p:cNvPr id="633" name="Google Shape;633;p48"/>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401F99"/>
                </a:solidFill>
                <a:latin typeface="Lexend"/>
                <a:ea typeface="Lexend"/>
                <a:cs typeface="Lexend"/>
                <a:sym typeface="Lexend"/>
              </a:rPr>
              <a:t>‹#›</a:t>
            </a:fld>
            <a:endParaRPr b="0" i="0" sz="750" u="none" cap="none" strike="noStrike">
              <a:solidFill>
                <a:srgbClr val="401F99"/>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dpi="0" rotWithShape="1">
          <a:blip r:embed="rId2"/>
          <a:srcRect/>
          <a:stretch>
            <a:fillRect/>
          </a:stretch>
        </a:blipFill>
        <a:effectLst/>
      </p:bgPr>
    </p:bg>
    <p:spTree>
      <p:nvGrpSpPr>
        <p:cNvPr id="126" name="Shape 126"/>
        <p:cNvGrpSpPr/>
        <p:nvPr/>
      </p:nvGrpSpPr>
      <p:grpSpPr>
        <a:xfrm>
          <a:off x="0" y="0"/>
          <a:ext cx="0" cy="0"/>
          <a:chOff x="0" y="0"/>
          <a:chExt cx="0" cy="0"/>
        </a:xfrm>
      </p:grpSpPr>
      <p:pic>
        <p:nvPicPr>
          <p:cNvPr descr="/home/claude/deck/v2/img/logo-new-white.png" id="129" name="Google Shape;129;p25"/>
          <p:cNvPicPr preferRelativeResize="0"/>
          <p:nvPr/>
        </p:nvPicPr>
        <p:blipFill rotWithShape="1">
          <a:blip r:embed="rId3">
            <a:alphaModFix/>
          </a:blip>
          <a:srcRect b="0" l="0" r="0" t="0"/>
          <a:stretch/>
        </p:blipFill>
        <p:spPr>
          <a:xfrm>
            <a:off x="457200" y="411480"/>
            <a:ext cx="1216152" cy="256032"/>
          </a:xfrm>
          <a:prstGeom prst="rect">
            <a:avLst/>
          </a:prstGeom>
          <a:noFill/>
          <a:ln>
            <a:noFill/>
          </a:ln>
        </p:spPr>
      </p:pic>
      <p:sp>
        <p:nvSpPr>
          <p:cNvPr id="130" name="Google Shape;130;p25"/>
          <p:cNvSpPr/>
          <p:nvPr/>
        </p:nvSpPr>
        <p:spPr>
          <a:xfrm>
            <a:off x="457200" y="1188720"/>
            <a:ext cx="2651760" cy="292608"/>
          </a:xfrm>
          <a:prstGeom prst="roundRect">
            <a:avLst>
              <a:gd fmla="val 50000" name="adj"/>
            </a:avLst>
          </a:prstGeom>
          <a:solidFill>
            <a:srgbClr val="00CAFB"/>
          </a:solidFill>
          <a:ln cap="flat" cmpd="sng" w="12700">
            <a:solidFill>
              <a:srgbClr val="00C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5"/>
          <p:cNvSpPr txBox="1"/>
          <p:nvPr/>
        </p:nvSpPr>
        <p:spPr>
          <a:xfrm>
            <a:off x="457200" y="1188720"/>
            <a:ext cx="26517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530"/>
              </a:buClr>
              <a:buSzPts val="800"/>
              <a:buFont typeface="Lexend"/>
              <a:buNone/>
            </a:pPr>
            <a:r>
              <a:rPr b="1" i="0" lang="en" sz="800" u="none" cap="none" strike="noStrike">
                <a:solidFill>
                  <a:srgbClr val="1B1530"/>
                </a:solidFill>
                <a:latin typeface="Lexend"/>
                <a:ea typeface="Lexend"/>
                <a:cs typeface="Lexend"/>
                <a:sym typeface="Lexend"/>
              </a:rPr>
              <a:t>BÁO CÁO THỊ TRƯỜNG TUYỂN DỤNG</a:t>
            </a:r>
            <a:endParaRPr b="0" i="0" sz="800" u="none" cap="none" strike="noStrike">
              <a:solidFill>
                <a:schemeClr val="dk1"/>
              </a:solidFill>
              <a:latin typeface="Lexend"/>
              <a:ea typeface="Lexend"/>
              <a:cs typeface="Lexend"/>
              <a:sym typeface="Lexend"/>
            </a:endParaRPr>
          </a:p>
        </p:txBody>
      </p:sp>
      <p:sp>
        <p:nvSpPr>
          <p:cNvPr id="132" name="Google Shape;132;p25"/>
          <p:cNvSpPr txBox="1"/>
          <p:nvPr/>
        </p:nvSpPr>
        <p:spPr>
          <a:xfrm>
            <a:off x="457200" y="1645920"/>
            <a:ext cx="4297680" cy="1691640"/>
          </a:xfrm>
          <a:prstGeom prst="rect">
            <a:avLst/>
          </a:prstGeom>
          <a:noFill/>
          <a:ln>
            <a:noFill/>
          </a:ln>
        </p:spPr>
        <p:txBody>
          <a:bodyPr anchorCtr="0" anchor="t" bIns="0" lIns="0" spcFirstLastPara="1" rIns="0" wrap="square" tIns="0">
            <a:noAutofit/>
          </a:bodyPr>
          <a:lstStyle/>
          <a:p>
            <a:pPr indent="0" lvl="0" marL="0" marR="0" rtl="0" algn="l">
              <a:lnSpc>
                <a:spcPct val="92000"/>
              </a:lnSpc>
              <a:spcBef>
                <a:spcPts val="0"/>
              </a:spcBef>
              <a:spcAft>
                <a:spcPts val="0"/>
              </a:spcAft>
              <a:buClr>
                <a:srgbClr val="FFFFFF"/>
              </a:buClr>
              <a:buSzPts val="3400"/>
              <a:buFont typeface="Lexend"/>
              <a:buNone/>
            </a:pPr>
            <a:r>
              <a:rPr b="1" i="0" lang="en" sz="3400" u="none" cap="none" strike="noStrike">
                <a:solidFill>
                  <a:srgbClr val="FFFFFF"/>
                </a:solidFill>
                <a:latin typeface="Lexend"/>
                <a:ea typeface="Lexend"/>
                <a:cs typeface="Lexend"/>
                <a:sym typeface="Lexend"/>
              </a:rPr>
              <a:t>Tên báo cáo</a:t>
            </a:r>
            <a:endParaRPr b="0" i="0" sz="3400" u="none" cap="none" strike="noStrike">
              <a:solidFill>
                <a:schemeClr val="dk1"/>
              </a:solidFill>
              <a:latin typeface="Lexend"/>
              <a:ea typeface="Lexend"/>
              <a:cs typeface="Lexend"/>
              <a:sym typeface="Lexend"/>
            </a:endParaRPr>
          </a:p>
          <a:p>
            <a:pPr indent="0" lvl="0" marL="0" marR="0" rtl="0" algn="l">
              <a:lnSpc>
                <a:spcPct val="92000"/>
              </a:lnSpc>
              <a:spcBef>
                <a:spcPts val="0"/>
              </a:spcBef>
              <a:spcAft>
                <a:spcPts val="0"/>
              </a:spcAft>
              <a:buClr>
                <a:srgbClr val="FFFFFF"/>
              </a:buClr>
              <a:buSzPts val="3400"/>
              <a:buFont typeface="Lexend"/>
              <a:buNone/>
            </a:pPr>
            <a:r>
              <a:rPr b="1" i="0" lang="en" sz="3400" u="none" cap="none" strike="noStrike">
                <a:solidFill>
                  <a:srgbClr val="FFFFFF"/>
                </a:solidFill>
                <a:latin typeface="Lexend"/>
                <a:ea typeface="Lexend"/>
                <a:cs typeface="Lexend"/>
                <a:sym typeface="Lexend"/>
              </a:rPr>
              <a:t>hai đến ba dòng</a:t>
            </a:r>
            <a:endParaRPr b="0" i="0" sz="3400" u="none" cap="none" strike="noStrike">
              <a:solidFill>
                <a:schemeClr val="dk1"/>
              </a:solidFill>
              <a:latin typeface="Lexend"/>
              <a:ea typeface="Lexend"/>
              <a:cs typeface="Lexend"/>
              <a:sym typeface="Lexend"/>
            </a:endParaRPr>
          </a:p>
          <a:p>
            <a:pPr indent="0" lvl="0" marL="0" marR="0" rtl="0" algn="l">
              <a:lnSpc>
                <a:spcPct val="92000"/>
              </a:lnSpc>
              <a:spcBef>
                <a:spcPts val="0"/>
              </a:spcBef>
              <a:spcAft>
                <a:spcPts val="0"/>
              </a:spcAft>
              <a:buClr>
                <a:srgbClr val="FFFFFF"/>
              </a:buClr>
              <a:buSzPts val="3400"/>
              <a:buFont typeface="Lexend"/>
              <a:buNone/>
            </a:pPr>
            <a:r>
              <a:rPr b="1" i="0" lang="en" sz="3400" u="none" cap="none" strike="noStrike">
                <a:solidFill>
                  <a:srgbClr val="FFFFFF"/>
                </a:solidFill>
                <a:latin typeface="Lexend"/>
                <a:ea typeface="Lexend"/>
                <a:cs typeface="Lexend"/>
                <a:sym typeface="Lexend"/>
              </a:rPr>
              <a:t>Quý …/20…</a:t>
            </a:r>
            <a:endParaRPr b="0" i="0" sz="3400" u="none" cap="none" strike="noStrike">
              <a:solidFill>
                <a:schemeClr val="dk1"/>
              </a:solidFill>
              <a:latin typeface="Lexend"/>
              <a:ea typeface="Lexend"/>
              <a:cs typeface="Lexend"/>
              <a:sym typeface="Lexend"/>
            </a:endParaRPr>
          </a:p>
        </p:txBody>
      </p:sp>
      <p:sp>
        <p:nvSpPr>
          <p:cNvPr id="133" name="Google Shape;133;p25"/>
          <p:cNvSpPr txBox="1"/>
          <p:nvPr/>
        </p:nvSpPr>
        <p:spPr>
          <a:xfrm>
            <a:off x="457200" y="3364992"/>
            <a:ext cx="47548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AFB"/>
              </a:buClr>
              <a:buSzPts val="2600"/>
              <a:buFont typeface="Oooh Baby"/>
              <a:buNone/>
            </a:pPr>
            <a:r>
              <a:rPr b="0" i="0" lang="en" sz="2600" u="none" cap="none" strike="noStrike">
                <a:solidFill>
                  <a:srgbClr val="00CAFB"/>
                </a:solidFill>
                <a:latin typeface="Oooh Baby"/>
                <a:ea typeface="Oooh Baby"/>
                <a:cs typeface="Oooh Baby"/>
                <a:sym typeface="Oooh Baby"/>
              </a:rPr>
              <a:t>Câu nhấn ngắn, tối đa 8 từ</a:t>
            </a:r>
            <a:endParaRPr b="0" i="0" sz="2600" u="none" cap="none" strike="noStrike">
              <a:solidFill>
                <a:schemeClr val="dk1"/>
              </a:solidFill>
              <a:latin typeface="Lexend"/>
              <a:ea typeface="Lexend"/>
              <a:cs typeface="Lexend"/>
              <a:sym typeface="Lexend"/>
            </a:endParaRPr>
          </a:p>
        </p:txBody>
      </p:sp>
      <p:sp>
        <p:nvSpPr>
          <p:cNvPr id="134" name="Google Shape;134;p25"/>
          <p:cNvSpPr txBox="1"/>
          <p:nvPr/>
        </p:nvSpPr>
        <p:spPr>
          <a:xfrm>
            <a:off x="457200" y="4005072"/>
            <a:ext cx="4206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Lexend"/>
              <a:buNone/>
            </a:pPr>
            <a:r>
              <a:rPr b="0" i="0" lang="en" sz="1100" u="none" cap="none" strike="noStrike">
                <a:solidFill>
                  <a:srgbClr val="FFFFFF"/>
                </a:solidFill>
                <a:latin typeface="Lexend"/>
                <a:ea typeface="Lexend"/>
                <a:cs typeface="Lexend"/>
                <a:sym typeface="Lexend"/>
              </a:rPr>
              <a:t>Chủ đề 1 · Chủ đề 2 · Chủ đề 3</a:t>
            </a:r>
            <a:endParaRPr b="0" i="0" sz="1100" u="none" cap="none" strike="noStrike">
              <a:solidFill>
                <a:schemeClr val="dk1"/>
              </a:solidFill>
              <a:latin typeface="Lexend"/>
              <a:ea typeface="Lexend"/>
              <a:cs typeface="Lexend"/>
              <a:sym typeface="Lexend"/>
            </a:endParaRPr>
          </a:p>
        </p:txBody>
      </p:sp>
      <p:sp>
        <p:nvSpPr>
          <p:cNvPr id="135" name="Google Shape;135;p25"/>
          <p:cNvSpPr txBox="1"/>
          <p:nvPr/>
        </p:nvSpPr>
        <p:spPr>
          <a:xfrm>
            <a:off x="457200" y="461772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E4FF"/>
              </a:buClr>
              <a:buSzPts val="900"/>
              <a:buFont typeface="Lexend"/>
              <a:buNone/>
            </a:pPr>
            <a:r>
              <a:rPr b="0" i="0" lang="en" sz="900" u="none" cap="none" strike="noStrike">
                <a:solidFill>
                  <a:srgbClr val="EFE4FF"/>
                </a:solidFill>
                <a:latin typeface="Lexend"/>
                <a:ea typeface="Lexend"/>
                <a:cs typeface="Lexend"/>
                <a:sym typeface="Lexend"/>
              </a:rPr>
              <a:t>Vieclam24h · MM.YYYY</a:t>
            </a:r>
            <a:endParaRPr b="0" i="0" sz="900" u="none" cap="none" strike="noStrike">
              <a:solidFill>
                <a:schemeClr val="dk1"/>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dpi="0" rotWithShape="1">
          <a:blip r:embed="rId2"/>
          <a:srcRect/>
          <a:stretch>
            <a:fillRect/>
          </a:stretch>
        </a:blipFill>
        <a:effectLst/>
      </p:bgPr>
    </p:bg>
    <p:spTree>
      <p:nvGrpSpPr>
        <p:cNvPr id="623" name="Shape 623"/>
        <p:cNvGrpSpPr/>
        <p:nvPr/>
      </p:nvGrpSpPr>
      <p:grpSpPr>
        <a:xfrm>
          <a:off x="0" y="0"/>
          <a:ext cx="0" cy="0"/>
          <a:chOff x="0" y="0"/>
          <a:chExt cx="0" cy="0"/>
        </a:xfrm>
      </p:grpSpPr>
      <p:sp>
        <p:nvSpPr>
          <p:cNvPr id="624" name="Google Shape;624;p48"/>
          <p:cNvSpPr txBox="1"/>
          <p:nvPr>
            <p:ph type="title"/>
          </p:nvPr>
        </p:nvSpPr>
        <p:spPr>
          <a:xfrm>
            <a:off x="457200" y="1188720"/>
            <a:ext cx="3566160" cy="201168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2600"/>
              <a:buFont typeface="Lexend"/>
              <a:buNone/>
            </a:pPr>
            <a:r>
              <a:rPr b="1" lang="en" sz="2000">
                <a:solidFill>
                  <a:srgbClr val="00CAFB"/>
                </a:solidFill>
                <a:latin typeface="Lexend"/>
                <a:ea typeface="Lexend"/>
                <a:cs typeface="Lexend"/>
                <a:sym typeface="Lexend"/>
              </a:rPr>
              <a:t>02</a:t>
            </a:r>
            <a:endParaRPr sz="2600"/>
          </a:p>
          <a:p>
            <a:pPr indent="0" lvl="0" marL="0" rtl="0" algn="l">
              <a:spcBef>
                <a:spcPts val="0"/>
              </a:spcBef>
              <a:spcAft>
                <a:spcPts val="0"/>
              </a:spcAft>
              <a:buClr>
                <a:srgbClr val="FFFFFF"/>
              </a:buClr>
              <a:buSzPts val="2600"/>
              <a:buFont typeface="Lexend"/>
              <a:buNone/>
            </a:pPr>
            <a:r>
              <a:rPr b="1" lang="en" sz="4000">
                <a:solidFill>
                  <a:srgbClr val="FFFFFF"/>
                </a:solidFill>
                <a:latin typeface="Lexend"/>
                <a:ea typeface="Lexend"/>
                <a:cs typeface="Lexend"/>
                <a:sym typeface="Lexend"/>
              </a:rPr>
              <a:t>Tên phần</a:t>
            </a:r>
            <a:endParaRPr sz="2600"/>
          </a:p>
        </p:txBody>
      </p:sp>
      <p:sp>
        <p:nvSpPr>
          <p:cNvPr id="631" name="Google Shape;631;p48"/>
          <p:cNvSpPr txBox="1"/>
          <p:nvPr/>
        </p:nvSpPr>
        <p:spPr>
          <a:xfrm>
            <a:off x="457200" y="3246120"/>
            <a:ext cx="7772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AFB"/>
              </a:buClr>
              <a:buSzPts val="3000"/>
              <a:buFont typeface="Oooh Baby"/>
              <a:buNone/>
            </a:pPr>
            <a:r>
              <a:rPr b="0" i="0" lang="en" sz="3000" u="none" cap="none" strike="noStrike">
                <a:solidFill>
                  <a:srgbClr val="00CAFB"/>
                </a:solidFill>
                <a:latin typeface="Oooh Baby"/>
                <a:ea typeface="Oooh Baby"/>
                <a:cs typeface="Oooh Baby"/>
                <a:sym typeface="Oooh Baby"/>
              </a:rPr>
              <a:t>Câu nhấn ngắn, tối đa 8 từ</a:t>
            </a:r>
            <a:endParaRPr b="0" i="0" sz="3000" u="none" cap="none" strike="noStrike">
              <a:solidFill>
                <a:schemeClr val="dk1"/>
              </a:solidFill>
              <a:latin typeface="Lexend"/>
              <a:ea typeface="Lexend"/>
              <a:cs typeface="Lexend"/>
              <a:sym typeface="Lexend"/>
            </a:endParaRPr>
          </a:p>
        </p:txBody>
      </p:sp>
      <p:sp>
        <p:nvSpPr>
          <p:cNvPr id="632" name="Google Shape;632;p48"/>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EFE4FF"/>
              </a:buClr>
              <a:buSzPts val="650"/>
              <a:buNone/>
            </a:pPr>
            <a:r>
              <a:t/>
            </a:r>
            <a:endParaRPr sz="650"/>
          </a:p>
        </p:txBody>
      </p:sp>
      <p:sp>
        <p:nvSpPr>
          <p:cNvPr id="633" name="Google Shape;633;p48"/>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401F99"/>
                </a:solidFill>
                <a:latin typeface="Lexend"/>
                <a:ea typeface="Lexend"/>
                <a:cs typeface="Lexend"/>
                <a:sym typeface="Lexend"/>
              </a:rPr>
              <a:t>‹#›</a:t>
            </a:fld>
            <a:endParaRPr b="0" i="0" sz="750" u="none" cap="none" strike="noStrike">
              <a:solidFill>
                <a:srgbClr val="401F99"/>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41" name="Pattern · góc" descr="pat_light.png"/>
          <p:cNvPicPr>
            <a:picLocks noChangeAspect="1"/>
          </p:cNvPicPr>
          <p:nvPr/>
        </p:nvPicPr>
        <p:blipFill>
          <a:blip r:embed="rId2"/>
          <a:stretch>
            <a:fillRect/>
          </a:stretch>
        </p:blipFill>
        <p:spPr>
          <a:xfrm>
            <a:off x="5852160" y="1851660"/>
            <a:ext cx="3291840" cy="3291840"/>
          </a:xfrm>
          <a:prstGeom prst="rect">
            <a:avLst/>
          </a:prstGeom>
        </p:spPr>
      </p:pic>
      <p:sp>
        <p:nvSpPr>
          <p:cNvPr id="236" name="Google Shape;236;p30"/>
          <p:cNvSpPr txBox="1"/>
          <p:nvPr>
            <p:ph idx="2" type="body"/>
          </p:nvPr>
        </p:nvSpPr>
        <p:spPr>
          <a:xfrm>
            <a:off x="621792" y="301752"/>
            <a:ext cx="7680960" cy="25603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01F99"/>
              </a:buClr>
              <a:buSzPts val="800"/>
              <a:buNone/>
            </a:pPr>
            <a:r>
              <a:rPr b="1" lang="en" sz="800">
                <a:solidFill>
                  <a:srgbClr val="401F99"/>
                </a:solidFill>
                <a:latin typeface="Lexend"/>
                <a:ea typeface="Lexend"/>
                <a:cs typeface="Lexend"/>
                <a:sym typeface="Lexend"/>
              </a:rPr>
              <a:t>01 · CHỦ ĐỀ</a:t>
            </a:r>
            <a:endParaRPr sz="800"/>
          </a:p>
        </p:txBody>
      </p:sp>
      <p:sp>
        <p:nvSpPr>
          <p:cNvPr id="237" name="Google Shape;237;p30"/>
          <p:cNvSpPr txBox="1"/>
          <p:nvPr>
            <p:ph type="title"/>
          </p:nvPr>
        </p:nvSpPr>
        <p:spPr>
          <a:xfrm>
            <a:off x="457200" y="603504"/>
            <a:ext cx="8229600" cy="658368"/>
          </a:xfrm>
          <a:prstGeom prst="rect">
            <a:avLst/>
          </a:prstGeom>
          <a:noFill/>
          <a:ln>
            <a:noFill/>
          </a:ln>
        </p:spPr>
        <p:txBody>
          <a:bodyPr anchorCtr="0" anchor="t" bIns="0" lIns="0" spcFirstLastPara="1" rIns="0" wrap="square" tIns="0">
            <a:noAutofit/>
          </a:bodyPr>
          <a:lstStyle/>
          <a:p>
            <a:pPr indent="0" lvl="0" marL="0" rtl="0" algn="l">
              <a:lnSpc>
                <a:spcPct val="95000"/>
              </a:lnSpc>
              <a:spcBef>
                <a:spcPts val="0"/>
              </a:spcBef>
              <a:spcAft>
                <a:spcPts val="0"/>
              </a:spcAft>
              <a:buClr>
                <a:srgbClr val="401F99"/>
              </a:buClr>
              <a:buSzPts val="1900"/>
              <a:buFont typeface="Lexend"/>
              <a:buNone/>
            </a:pPr>
            <a:r>
              <a:rPr b="1" lang="en" sz="1900">
                <a:solidFill>
                  <a:srgbClr val="401F99"/>
                </a:solidFill>
                <a:latin typeface="Lexend"/>
                <a:ea typeface="Lexend"/>
                <a:cs typeface="Lexend"/>
                <a:sym typeface="Lexend"/>
              </a:rPr>
              <a:t>Slide chữ: tiêu đề nói kết luận, nội dung 3–5 ý</a:t>
            </a:r>
            <a:endParaRPr sz="1900"/>
          </a:p>
        </p:txBody>
      </p:sp>
      <p:sp>
        <p:nvSpPr>
          <p:cNvPr id="238" name="Google Shape;238;p30"/>
          <p:cNvSpPr txBox="1"/>
          <p:nvPr>
            <p:ph idx="3" type="body"/>
          </p:nvPr>
        </p:nvSpPr>
        <p:spPr>
          <a:xfrm>
            <a:off x="457200" y="1417320"/>
            <a:ext cx="8229600" cy="310896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401F99"/>
              </a:buClr>
              <a:buSzPts val="1200"/>
              <a:buNone/>
            </a:pPr>
            <a:r>
              <a:rPr b="1" lang="en" sz="1200">
                <a:solidFill>
                  <a:srgbClr val="401F99"/>
                </a:solidFill>
                <a:latin typeface="Lexend"/>
                <a:ea typeface="Lexend"/>
                <a:cs typeface="Lexend"/>
                <a:sym typeface="Lexend"/>
              </a:rPr>
              <a:t>Ý thứ nhất: </a:t>
            </a:r>
            <a:r>
              <a:rPr lang="en" sz="1200">
                <a:solidFill>
                  <a:srgbClr val="1B1530"/>
                </a:solidFill>
                <a:latin typeface="Lexend"/>
                <a:ea typeface="Lexend"/>
                <a:cs typeface="Lexend"/>
                <a:sym typeface="Lexend"/>
              </a:rPr>
              <a:t>một câu ngắn, có số liệu nếu có.</a:t>
            </a:r>
            <a:endParaRPr sz="1200"/>
          </a:p>
          <a:p>
            <a:pPr indent="0" lvl="0" marL="0" rtl="0" algn="l">
              <a:lnSpc>
                <a:spcPct val="110000"/>
              </a:lnSpc>
              <a:spcBef>
                <a:spcPts val="840"/>
              </a:spcBef>
              <a:spcAft>
                <a:spcPts val="0"/>
              </a:spcAft>
              <a:buClr>
                <a:srgbClr val="401F99"/>
              </a:buClr>
              <a:buSzPts val="1200"/>
              <a:buNone/>
            </a:pPr>
            <a:r>
              <a:rPr b="1" lang="en" sz="1200">
                <a:solidFill>
                  <a:srgbClr val="401F99"/>
                </a:solidFill>
                <a:latin typeface="Lexend"/>
                <a:ea typeface="Lexend"/>
                <a:cs typeface="Lexend"/>
                <a:sym typeface="Lexend"/>
              </a:rPr>
              <a:t>Ý thứ hai: </a:t>
            </a:r>
            <a:r>
              <a:rPr lang="en" sz="1200">
                <a:solidFill>
                  <a:srgbClr val="1B1530"/>
                </a:solidFill>
                <a:latin typeface="Lexend"/>
                <a:ea typeface="Lexend"/>
                <a:cs typeface="Lexend"/>
                <a:sym typeface="Lexend"/>
              </a:rPr>
              <a:t>mỗi dòng một ý, động từ lên trước.</a:t>
            </a:r>
            <a:endParaRPr sz="1200"/>
          </a:p>
          <a:p>
            <a:pPr indent="0" lvl="0" marL="0" rtl="0" algn="l">
              <a:lnSpc>
                <a:spcPct val="110000"/>
              </a:lnSpc>
              <a:spcBef>
                <a:spcPts val="840"/>
              </a:spcBef>
              <a:spcAft>
                <a:spcPts val="0"/>
              </a:spcAft>
              <a:buClr>
                <a:srgbClr val="401F99"/>
              </a:buClr>
              <a:buSzPts val="1200"/>
              <a:buNone/>
            </a:pPr>
            <a:r>
              <a:rPr b="1" lang="en" sz="1200">
                <a:solidFill>
                  <a:srgbClr val="401F99"/>
                </a:solidFill>
                <a:latin typeface="Lexend"/>
                <a:ea typeface="Lexend"/>
                <a:cs typeface="Lexend"/>
                <a:sym typeface="Lexend"/>
              </a:rPr>
              <a:t>Ý thứ ba: </a:t>
            </a:r>
            <a:r>
              <a:rPr lang="en" sz="1200">
                <a:solidFill>
                  <a:srgbClr val="1B1530"/>
                </a:solidFill>
                <a:latin typeface="Lexend"/>
                <a:ea typeface="Lexend"/>
                <a:cs typeface="Lexend"/>
                <a:sym typeface="Lexend"/>
              </a:rPr>
              <a:t>tối đa 5 ý; nhiều hơn thì tách slide.</a:t>
            </a:r>
            <a:endParaRPr sz="1200"/>
          </a:p>
          <a:p>
            <a:pPr indent="0" lvl="0" marL="0" rtl="0" algn="l">
              <a:lnSpc>
                <a:spcPct val="110000"/>
              </a:lnSpc>
              <a:spcBef>
                <a:spcPts val="840"/>
              </a:spcBef>
              <a:spcAft>
                <a:spcPts val="0"/>
              </a:spcAft>
              <a:buClr>
                <a:srgbClr val="401F99"/>
              </a:buClr>
              <a:buSzPts val="1200"/>
              <a:buNone/>
            </a:pPr>
            <a:r>
              <a:rPr b="1" lang="en" sz="1200">
                <a:solidFill>
                  <a:srgbClr val="401F99"/>
                </a:solidFill>
                <a:latin typeface="Lexend"/>
                <a:ea typeface="Lexend"/>
                <a:cs typeface="Lexend"/>
                <a:sym typeface="Lexend"/>
              </a:rPr>
              <a:t>Ý thứ tư: </a:t>
            </a:r>
            <a:r>
              <a:rPr lang="en" sz="1200">
                <a:solidFill>
                  <a:srgbClr val="1B1530"/>
                </a:solidFill>
                <a:latin typeface="Lexend"/>
                <a:ea typeface="Lexend"/>
                <a:cs typeface="Lexend"/>
                <a:sym typeface="Lexend"/>
              </a:rPr>
              <a:t>chữ nội dung không nhỏ hơn 11pt.</a:t>
            </a:r>
            <a:endParaRPr sz="1200"/>
          </a:p>
        </p:txBody>
      </p:sp>
      <p:sp>
        <p:nvSpPr>
          <p:cNvPr id="239" name="Google Shape;239;p30"/>
          <p:cNvSpPr txBox="1"/>
          <p:nvPr>
            <p:ph idx="1"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5F5A75"/>
              </a:buClr>
              <a:buSzPts val="650"/>
              <a:buNone/>
            </a:pPr>
            <a:r>
              <a:rPr lang="en" sz="650">
                <a:solidFill>
                  <a:srgbClr val="5F5A75"/>
                </a:solidFill>
                <a:latin typeface="Lexend"/>
                <a:ea typeface="Lexend"/>
                <a:cs typeface="Lexend"/>
                <a:sym typeface="Lexend"/>
              </a:rPr>
              <a:t>Nguồn: …</a:t>
            </a:r>
            <a:endParaRPr sz="650"/>
          </a:p>
        </p:txBody>
      </p:sp>
      <p:sp>
        <p:nvSpPr>
          <p:cNvPr id="240" name="Google Shape;240;p30"/>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FFFFFF"/>
                </a:solidFill>
                <a:latin typeface="Lexend"/>
                <a:ea typeface="Lexend"/>
                <a:cs typeface="Lexend"/>
                <a:sym typeface="Lexend"/>
              </a:rPr>
              <a:t>‹#›</a:t>
            </a:fld>
            <a:endParaRPr b="0" i="0" sz="750" u="none" cap="none" strike="noStrike">
              <a:solidFill>
                <a:srgbClr val="FFFFFF"/>
              </a:solidFill>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dpi="0" rotWithShape="1">
          <a:blip r:embed="rId2"/>
          <a:srcRect/>
          <a:stretch>
            <a:fillRect/>
          </a:stretch>
        </a:blipFill>
        <a:effectLst/>
      </p:bgPr>
    </p:bg>
    <p:spTree>
      <p:nvGrpSpPr>
        <p:cNvPr id="259" name="Shape 259"/>
        <p:cNvGrpSpPr/>
        <p:nvPr/>
      </p:nvGrpSpPr>
      <p:grpSpPr>
        <a:xfrm>
          <a:off x="0" y="0"/>
          <a:ext cx="0" cy="0"/>
          <a:chOff x="0" y="0"/>
          <a:chExt cx="0" cy="0"/>
        </a:xfrm>
      </p:grpSpPr>
      <p:sp>
        <p:nvSpPr>
          <p:cNvPr id="260" name="Google Shape;260;p32"/>
          <p:cNvSpPr txBox="1"/>
          <p:nvPr>
            <p:ph idx="1" type="body"/>
          </p:nvPr>
        </p:nvSpPr>
        <p:spPr>
          <a:xfrm>
            <a:off x="1188720" y="1188720"/>
            <a:ext cx="6949440" cy="2194560"/>
          </a:xfrm>
          <a:prstGeom prst="rect">
            <a:avLst/>
          </a:prstGeom>
          <a:noFill/>
          <a:ln>
            <a:noFill/>
          </a:ln>
        </p:spPr>
        <p:txBody>
          <a:bodyPr anchorCtr="0" anchor="ctr" bIns="0" lIns="0" spcFirstLastPara="1" rIns="0" wrap="square" tIns="0">
            <a:noAutofit/>
          </a:bodyPr>
          <a:lstStyle/>
          <a:p>
            <a:pPr indent="0" lvl="0" marL="0" rtl="0" algn="l">
              <a:lnSpc>
                <a:spcPct val="105000"/>
              </a:lnSpc>
              <a:spcBef>
                <a:spcPts val="0"/>
              </a:spcBef>
              <a:spcAft>
                <a:spcPts val="0"/>
              </a:spcAft>
              <a:buClr>
                <a:srgbClr val="FFFFFF"/>
              </a:buClr>
              <a:buSzPts val="2600"/>
              <a:buNone/>
            </a:pPr>
            <a:r>
              <a:rPr b="1" lang="en" sz="2600">
                <a:solidFill>
                  <a:srgbClr val="FFFFFF"/>
                </a:solidFill>
                <a:latin typeface="Lexend"/>
                <a:ea typeface="Lexend"/>
                <a:cs typeface="Lexend"/>
                <a:sym typeface="Lexend"/>
              </a:rPr>
              <a:t>Đi làm để sống cuộc đời mình muốn — mỗi người Việt tìm được việc phù hợp nhanh hơn, dễ dàng hơn.</a:t>
            </a:r>
            <a:endParaRPr sz="2600"/>
          </a:p>
        </p:txBody>
      </p:sp>
      <p:sp>
        <p:nvSpPr>
          <p:cNvPr id="261" name="Google Shape;261;p32"/>
          <p:cNvSpPr txBox="1"/>
          <p:nvPr>
            <p:ph idx="2" type="body"/>
          </p:nvPr>
        </p:nvSpPr>
        <p:spPr>
          <a:xfrm>
            <a:off x="1188720" y="3566160"/>
            <a:ext cx="5486400" cy="45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CAFB"/>
              </a:buClr>
              <a:buSzPts val="1100"/>
              <a:buNone/>
            </a:pPr>
            <a:r>
              <a:rPr lang="en" sz="1100">
                <a:solidFill>
                  <a:srgbClr val="00CAFB"/>
                </a:solidFill>
                <a:latin typeface="Lexend"/>
                <a:ea typeface="Lexend"/>
                <a:cs typeface="Lexend"/>
                <a:sym typeface="Lexend"/>
              </a:rPr>
              <a:t>Tên người nói · Chức danh</a:t>
            </a:r>
            <a:endParaRPr sz="1100"/>
          </a:p>
        </p:txBody>
      </p:sp>
      <p:sp>
        <p:nvSpPr>
          <p:cNvPr id="262" name="Google Shape;262;p32"/>
          <p:cNvSpPr txBox="1"/>
          <p:nvPr>
            <p:ph idx="3" type="body"/>
          </p:nvPr>
        </p:nvSpPr>
        <p:spPr>
          <a:xfrm>
            <a:off x="1536192" y="4718304"/>
            <a:ext cx="457200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EFE4FF"/>
              </a:buClr>
              <a:buSzPts val="650"/>
              <a:buNone/>
            </a:pPr>
            <a:r>
              <a:t/>
            </a:r>
            <a:endParaRPr sz="650"/>
          </a:p>
        </p:txBody>
      </p:sp>
      <p:sp>
        <p:nvSpPr>
          <p:cNvPr id="263" name="Google Shape;263;p32"/>
          <p:cNvSpPr txBox="1"/>
          <p:nvPr>
            <p:ph idx="4294967295" type="sldNum"/>
          </p:nvPr>
        </p:nvSpPr>
        <p:spPr>
          <a:xfrm>
            <a:off x="8394192" y="46908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i="0" lang="en" sz="750" u="none" cap="none" strike="noStrike">
                <a:solidFill>
                  <a:srgbClr val="401F99"/>
                </a:solidFill>
                <a:latin typeface="Lexend"/>
                <a:ea typeface="Lexend"/>
                <a:cs typeface="Lexend"/>
                <a:sym typeface="Lexend"/>
              </a:rPr>
              <a:t>‹#›</a:t>
            </a:fld>
            <a:endParaRPr b="0" i="0" sz="750" u="none" cap="none" strike="noStrike">
              <a:solidFill>
                <a:srgbClr val="401F99"/>
              </a:solidFill>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dpi="0" rotWithShape="1">
          <a:blip r:embed="rId2"/>
          <a:srcRect/>
          <a:stretch>
            <a:fillRect/>
          </a:stretch>
        </a:blipFill>
        <a:effectLst/>
      </p:bgPr>
    </p:bg>
    <p:spTree>
      <p:nvGrpSpPr>
        <p:cNvPr id="638" name="Shape 638"/>
        <p:cNvGrpSpPr/>
        <p:nvPr/>
      </p:nvGrpSpPr>
      <p:grpSpPr>
        <a:xfrm>
          <a:off x="0" y="0"/>
          <a:ext cx="0" cy="0"/>
          <a:chOff x="0" y="0"/>
          <a:chExt cx="0" cy="0"/>
        </a:xfrm>
      </p:grpSpPr>
      <p:sp>
        <p:nvSpPr>
          <p:cNvPr id="640" name="Google Shape;640;p49"/>
          <p:cNvSpPr txBox="1"/>
          <p:nvPr>
            <p:ph type="title"/>
          </p:nvPr>
        </p:nvSpPr>
        <p:spPr>
          <a:xfrm>
            <a:off x="457200" y="1417320"/>
            <a:ext cx="5486400" cy="91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FFFFF"/>
              </a:buClr>
              <a:buSzPts val="4000"/>
              <a:buFont typeface="Lexend"/>
              <a:buNone/>
            </a:pPr>
            <a:r>
              <a:rPr b="1" lang="en" sz="4000">
                <a:solidFill>
                  <a:srgbClr val="FFFFFF"/>
                </a:solidFill>
                <a:latin typeface="Lexend"/>
                <a:ea typeface="Lexend"/>
                <a:cs typeface="Lexend"/>
                <a:sym typeface="Lexend"/>
              </a:rPr>
              <a:t>Cảm ơn</a:t>
            </a:r>
            <a:endParaRPr sz="4000"/>
          </a:p>
        </p:txBody>
      </p:sp>
      <p:sp>
        <p:nvSpPr>
          <p:cNvPr id="641" name="Google Shape;641;p49"/>
          <p:cNvSpPr txBox="1"/>
          <p:nvPr>
            <p:ph idx="1" type="body"/>
          </p:nvPr>
        </p:nvSpPr>
        <p:spPr>
          <a:xfrm>
            <a:off x="457200" y="2560320"/>
            <a:ext cx="5120640" cy="1463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1100"/>
              <a:buNone/>
            </a:pPr>
            <a:r>
              <a:rPr b="1" lang="en" sz="1100">
                <a:solidFill>
                  <a:srgbClr val="FFFFFF"/>
                </a:solidFill>
                <a:latin typeface="Lexend"/>
                <a:ea typeface="Lexend"/>
                <a:cs typeface="Lexend"/>
                <a:sym typeface="Lexend"/>
              </a:rPr>
              <a:t>Tên người trình bày · Chức danh</a:t>
            </a:r>
            <a:endParaRPr sz="1100"/>
          </a:p>
          <a:p>
            <a:pPr indent="0" lvl="0" marL="0" rtl="0" algn="l">
              <a:spcBef>
                <a:spcPts val="620"/>
              </a:spcBef>
              <a:spcAft>
                <a:spcPts val="0"/>
              </a:spcAft>
              <a:buClr>
                <a:srgbClr val="FFFFFF"/>
              </a:buClr>
              <a:buSzPts val="1100"/>
              <a:buNone/>
            </a:pPr>
            <a:r>
              <a:rPr lang="en" sz="1100">
                <a:solidFill>
                  <a:srgbClr val="FFFFFF"/>
                </a:solidFill>
                <a:latin typeface="Lexend"/>
                <a:ea typeface="Lexend"/>
                <a:cs typeface="Lexend"/>
                <a:sym typeface="Lexend"/>
              </a:rPr>
              <a:t>email@vieclam24h.vn</a:t>
            </a:r>
            <a:endParaRPr sz="1100"/>
          </a:p>
          <a:p>
            <a:pPr indent="0" lvl="0" marL="0" rtl="0" algn="l">
              <a:spcBef>
                <a:spcPts val="620"/>
              </a:spcBef>
              <a:spcAft>
                <a:spcPts val="0"/>
              </a:spcAft>
              <a:buClr>
                <a:srgbClr val="FFFFFF"/>
              </a:buClr>
              <a:buSzPts val="1100"/>
              <a:buNone/>
            </a:pPr>
            <a:r>
              <a:rPr lang="en" sz="1100">
                <a:solidFill>
                  <a:srgbClr val="FFFFFF"/>
                </a:solidFill>
                <a:latin typeface="Lexend"/>
                <a:ea typeface="Lexend"/>
                <a:cs typeface="Lexend"/>
                <a:sym typeface="Lexend"/>
              </a:rPr>
              <a:t>vieclam24h.vn</a:t>
            </a:r>
            <a:endParaRPr sz="1100"/>
          </a:p>
        </p:txBody>
      </p:sp>
      <p:sp>
        <p:nvSpPr>
          <p:cNvPr id="642" name="Google Shape;642;p49"/>
          <p:cNvSpPr txBox="1"/>
          <p:nvPr/>
        </p:nvSpPr>
        <p:spPr>
          <a:xfrm>
            <a:off x="457200" y="406908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AFB"/>
              </a:buClr>
              <a:buSzPts val="2600"/>
              <a:buFont typeface="Oooh Baby"/>
              <a:buNone/>
            </a:pPr>
            <a:r>
              <a:rPr b="0" i="0" lang="en" sz="2600" u="none" cap="none" strike="noStrike">
                <a:solidFill>
                  <a:srgbClr val="00CAFB"/>
                </a:solidFill>
                <a:latin typeface="Oooh Baby"/>
                <a:ea typeface="Oooh Baby"/>
                <a:cs typeface="Oooh Baby"/>
                <a:sym typeface="Oooh Baby"/>
              </a:rPr>
              <a:t>Đi làm để sống cuộc đời mình muốn</a:t>
            </a:r>
            <a:endParaRPr b="0" i="0" sz="2600" u="none" cap="none" strike="noStrike">
              <a:solidFill>
                <a:schemeClr val="dk1"/>
              </a:solidFill>
              <a:latin typeface="Lexend"/>
              <a:ea typeface="Lexend"/>
              <a:cs typeface="Lexend"/>
              <a:sym typeface="Lexend"/>
            </a:endParaRPr>
          </a:p>
        </p:txBody>
      </p:sp>
      <p:sp>
        <p:nvSpPr>
          <p:cNvPr id="643" name="Google Shape;643;p49"/>
          <p:cNvSpPr/>
          <p:nvPr/>
        </p:nvSpPr>
        <p:spPr>
          <a:xfrm>
            <a:off x="6812280" y="1965960"/>
            <a:ext cx="1920240" cy="1920240"/>
          </a:xfrm>
          <a:prstGeom prst="roundRect">
            <a:avLst>
              <a:gd fmla="val 857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9"/>
          <p:cNvSpPr txBox="1"/>
          <p:nvPr/>
        </p:nvSpPr>
        <p:spPr>
          <a:xfrm>
            <a:off x="6812280" y="1965960"/>
            <a:ext cx="1920240" cy="1920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5A75"/>
              </a:buClr>
              <a:buSzPts val="1100"/>
              <a:buFont typeface="Lexend"/>
              <a:buNone/>
            </a:pPr>
            <a:r>
              <a:rPr b="0" i="0" lang="en" sz="1100" u="none" cap="none" strike="noStrike">
                <a:solidFill>
                  <a:srgbClr val="5F5A75"/>
                </a:solidFill>
                <a:latin typeface="Lexend"/>
                <a:ea typeface="Lexend"/>
                <a:cs typeface="Lexend"/>
                <a:sym typeface="Lexend"/>
              </a:rPr>
              <a:t>Mã QR</a:t>
            </a:r>
            <a:endParaRPr b="0" i="0" sz="1100" u="none" cap="none" strike="noStrike">
              <a:solidFill>
                <a:schemeClr val="dk1"/>
              </a:solidFill>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49"/>
          <p:cNvSpPr/>
          <p:nvPr/>
        </p:nvSpPr>
        <p:spPr>
          <a:xfrm>
            <a:off x="5669280" y="822960"/>
            <a:ext cx="4206240" cy="4206240"/>
          </a:xfrm>
          <a:prstGeom prst="ellipse">
            <a:avLst/>
          </a:prstGeom>
          <a:solidFill>
            <a:srgbClr val="9A69FF">
              <a:alpha val="45098"/>
            </a:srgbClr>
          </a:solidFill>
          <a:ln cap="flat" cmpd="sng" w="12700">
            <a:solidFill>
              <a:srgbClr val="9A6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9"/>
          <p:cNvSpPr txBox="1"/>
          <p:nvPr>
            <p:ph type="title"/>
          </p:nvPr>
        </p:nvSpPr>
        <p:spPr>
          <a:xfrm>
            <a:off x="457200" y="1417320"/>
            <a:ext cx="5486400" cy="914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FFFFFF"/>
              </a:buClr>
              <a:buSzPts val="4000"/>
              <a:buFont typeface="Lexend"/>
              <a:buNone/>
            </a:pPr>
            <a:r>
              <a:rPr b="1" lang="en" sz="4000">
                <a:solidFill>
                  <a:srgbClr val="FFFFFF"/>
                </a:solidFill>
                <a:latin typeface="Lexend"/>
                <a:ea typeface="Lexend"/>
                <a:cs typeface="Lexend"/>
                <a:sym typeface="Lexend"/>
              </a:rPr>
              <a:t>Cảm ơn</a:t>
            </a:r>
            <a:endParaRPr sz="4000"/>
          </a:p>
        </p:txBody>
      </p:sp>
      <p:sp>
        <p:nvSpPr>
          <p:cNvPr id="641" name="Google Shape;641;p49"/>
          <p:cNvSpPr txBox="1"/>
          <p:nvPr>
            <p:ph idx="1" type="body"/>
          </p:nvPr>
        </p:nvSpPr>
        <p:spPr>
          <a:xfrm>
            <a:off x="457200" y="2560320"/>
            <a:ext cx="5120640" cy="1463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FFFFFF"/>
              </a:buClr>
              <a:buSzPts val="1100"/>
              <a:buNone/>
            </a:pPr>
            <a:r>
              <a:rPr b="1" lang="en" sz="1100">
                <a:solidFill>
                  <a:srgbClr val="FFFFFF"/>
                </a:solidFill>
                <a:latin typeface="Lexend"/>
                <a:ea typeface="Lexend"/>
                <a:cs typeface="Lexend"/>
                <a:sym typeface="Lexend"/>
              </a:rPr>
              <a:t>Tên người trình bày · Chức danh</a:t>
            </a:r>
            <a:endParaRPr sz="1100"/>
          </a:p>
          <a:p>
            <a:pPr indent="0" lvl="0" marL="0" rtl="0" algn="l">
              <a:spcBef>
                <a:spcPts val="620"/>
              </a:spcBef>
              <a:spcAft>
                <a:spcPts val="0"/>
              </a:spcAft>
              <a:buClr>
                <a:srgbClr val="FFFFFF"/>
              </a:buClr>
              <a:buSzPts val="1100"/>
              <a:buNone/>
            </a:pPr>
            <a:r>
              <a:rPr lang="en" sz="1100">
                <a:solidFill>
                  <a:srgbClr val="FFFFFF"/>
                </a:solidFill>
                <a:latin typeface="Lexend"/>
                <a:ea typeface="Lexend"/>
                <a:cs typeface="Lexend"/>
                <a:sym typeface="Lexend"/>
              </a:rPr>
              <a:t>email@vieclam24h.vn</a:t>
            </a:r>
            <a:endParaRPr sz="1100"/>
          </a:p>
          <a:p>
            <a:pPr indent="0" lvl="0" marL="0" rtl="0" algn="l">
              <a:spcBef>
                <a:spcPts val="620"/>
              </a:spcBef>
              <a:spcAft>
                <a:spcPts val="0"/>
              </a:spcAft>
              <a:buClr>
                <a:srgbClr val="FFFFFF"/>
              </a:buClr>
              <a:buSzPts val="1100"/>
              <a:buNone/>
            </a:pPr>
            <a:r>
              <a:rPr lang="en" sz="1100">
                <a:solidFill>
                  <a:srgbClr val="FFFFFF"/>
                </a:solidFill>
                <a:latin typeface="Lexend"/>
                <a:ea typeface="Lexend"/>
                <a:cs typeface="Lexend"/>
                <a:sym typeface="Lexend"/>
              </a:rPr>
              <a:t>vieclam24h.vn</a:t>
            </a:r>
            <a:endParaRPr sz="1100"/>
          </a:p>
        </p:txBody>
      </p:sp>
      <p:sp>
        <p:nvSpPr>
          <p:cNvPr id="642" name="Google Shape;642;p49"/>
          <p:cNvSpPr txBox="1"/>
          <p:nvPr/>
        </p:nvSpPr>
        <p:spPr>
          <a:xfrm>
            <a:off x="457200" y="4069080"/>
            <a:ext cx="5943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AFB"/>
              </a:buClr>
              <a:buSzPts val="2600"/>
              <a:buFont typeface="Oooh Baby"/>
              <a:buNone/>
            </a:pPr>
            <a:r>
              <a:rPr b="0" i="0" lang="en" sz="2600" u="none" cap="none" strike="noStrike">
                <a:solidFill>
                  <a:srgbClr val="00CAFB"/>
                </a:solidFill>
                <a:latin typeface="Oooh Baby"/>
                <a:ea typeface="Oooh Baby"/>
                <a:cs typeface="Oooh Baby"/>
                <a:sym typeface="Oooh Baby"/>
              </a:rPr>
              <a:t>Đi làm để sống cuộc đời mình muốn</a:t>
            </a:r>
            <a:endParaRPr b="0" i="0" sz="2600" u="none" cap="none" strike="noStrike">
              <a:solidFill>
                <a:schemeClr val="dk1"/>
              </a:solidFill>
              <a:latin typeface="Lexend"/>
              <a:ea typeface="Lexend"/>
              <a:cs typeface="Lexend"/>
              <a:sym typeface="Lexend"/>
            </a:endParaRPr>
          </a:p>
        </p:txBody>
      </p:sp>
      <p:sp>
        <p:nvSpPr>
          <p:cNvPr id="643" name="Google Shape;643;p49"/>
          <p:cNvSpPr/>
          <p:nvPr/>
        </p:nvSpPr>
        <p:spPr>
          <a:xfrm>
            <a:off x="6812280" y="1965960"/>
            <a:ext cx="1920240" cy="1920240"/>
          </a:xfrm>
          <a:prstGeom prst="roundRect">
            <a:avLst>
              <a:gd fmla="val 8571"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9"/>
          <p:cNvSpPr txBox="1"/>
          <p:nvPr/>
        </p:nvSpPr>
        <p:spPr>
          <a:xfrm>
            <a:off x="6812280" y="1965960"/>
            <a:ext cx="1920240" cy="1920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5A75"/>
              </a:buClr>
              <a:buSzPts val="1100"/>
              <a:buFont typeface="Lexend"/>
              <a:buNone/>
            </a:pPr>
            <a:r>
              <a:rPr b="0" i="0" lang="en" sz="1100" u="none" cap="none" strike="noStrike">
                <a:solidFill>
                  <a:srgbClr val="5F5A75"/>
                </a:solidFill>
                <a:latin typeface="Lexend"/>
                <a:ea typeface="Lexend"/>
                <a:cs typeface="Lexend"/>
                <a:sym typeface="Lexend"/>
              </a:rPr>
              <a:t>Mã QR</a:t>
            </a:r>
            <a:endParaRPr b="0" i="0" sz="1100" u="none" cap="none" strike="noStrike">
              <a:solidFill>
                <a:schemeClr val="dk1"/>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ieclam24h 2026">
  <a:themeElements>
    <a:clrScheme name="Vieclam24h 2026">
      <a:dk1>
        <a:srgbClr val="1B1530"/>
      </a:dk1>
      <a:lt1>
        <a:srgbClr val="FFFFFF"/>
      </a:lt1>
      <a:dk2>
        <a:srgbClr val="401F99"/>
      </a:dk2>
      <a:lt2>
        <a:srgbClr val="EFE4FF"/>
      </a:lt2>
      <a:accent1>
        <a:srgbClr val="401F99"/>
      </a:accent1>
      <a:accent2>
        <a:srgbClr val="00CAFB"/>
      </a:accent2>
      <a:accent3>
        <a:srgbClr val="9A69FF"/>
      </a:accent3>
      <a:accent4>
        <a:srgbClr val="FF8A3D"/>
      </a:accent4>
      <a:accent5>
        <a:srgbClr val="D2FCFF"/>
      </a:accent5>
      <a:accent6>
        <a:srgbClr val="5F5A75"/>
      </a:accent6>
      <a:hlink>
        <a:srgbClr val="401F99"/>
      </a:hlink>
      <a:folHlink>
        <a:srgbClr val="9A6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